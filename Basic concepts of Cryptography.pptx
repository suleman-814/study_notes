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0" r:id="rId4"/>
  </p:sldMasterIdLst>
  <p:notesMasterIdLst>
    <p:notesMasterId r:id="rId13"/>
  </p:notesMasterIdLst>
  <p:sldIdLst>
    <p:sldId id="256" r:id="rId5"/>
    <p:sldId id="258" r:id="rId6"/>
    <p:sldId id="259" r:id="rId7"/>
    <p:sldId id="260" r:id="rId8"/>
    <p:sldId id="261" r:id="rId9"/>
    <p:sldId id="262"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1" Type="http://schemas.openxmlformats.org/officeDocument/2006/relationships/image" Target="../media/image4.png"/></Relationships>
</file>

<file path=ppt/diagrams/_rels/data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_rels/data10.xml.rels><?xml version="1.0" encoding="UTF-8" standalone="yes"?>
<Relationships xmlns="http://schemas.openxmlformats.org/package/2006/relationships"><Relationship Id="rId3" Type="http://schemas.openxmlformats.org/officeDocument/2006/relationships/hyperlink" Target="https://www.geeksforgeeks.org/rsa-algorithm-cryptography/" TargetMode="External"/><Relationship Id="rId2" Type="http://schemas.openxmlformats.org/officeDocument/2006/relationships/hyperlink" Target="https://www.geeksforgeeks.org/data-encryption-standard-des-set-1/" TargetMode="External"/><Relationship Id="rId1" Type="http://schemas.openxmlformats.org/officeDocument/2006/relationships/hyperlink" Target="https://www.geeksforgeeks.org/advanced-encryption-standard-aes/" TargetMode="External"/><Relationship Id="rId4" Type="http://schemas.openxmlformats.org/officeDocument/2006/relationships/hyperlink" Target="https://www.geeksforgeeks.org/sha-1-hash-in-java/" TargetMode="External"/></Relationships>
</file>

<file path=ppt/diagrams/_rels/data11.xml.rels><?xml version="1.0" encoding="UTF-8" standalone="yes"?>
<Relationships xmlns="http://schemas.openxmlformats.org/package/2006/relationships"><Relationship Id="rId1" Type="http://schemas.openxmlformats.org/officeDocument/2006/relationships/hyperlink" Target="https://www.geeksforgeeks.org/how-to-prevent-man-in-the-middle-attack/" TargetMode="External"/></Relationships>
</file>

<file path=ppt/diagrams/_rels/drawing2.xml.rels><?xml version="1.0" encoding="UTF-8" standalone="yes"?>
<Relationships xmlns="http://schemas.openxmlformats.org/package/2006/relationships"><Relationship Id="rId1" Type="http://schemas.openxmlformats.org/officeDocument/2006/relationships/image" Target="../media/image4.png"/></Relationships>
</file>

<file path=ppt/diagrams/_rels/drawing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diagrams/_rels/drawing10.xml.rels><?xml version="1.0" encoding="UTF-8" standalone="yes"?>
<Relationships xmlns="http://schemas.openxmlformats.org/package/2006/relationships"><Relationship Id="rId3" Type="http://schemas.openxmlformats.org/officeDocument/2006/relationships/hyperlink" Target="https://www.geeksforgeeks.org/rsa-algorithm-cryptography/" TargetMode="External"/><Relationship Id="rId2" Type="http://schemas.openxmlformats.org/officeDocument/2006/relationships/hyperlink" Target="https://www.geeksforgeeks.org/data-encryption-standard-des-set-1/" TargetMode="External"/><Relationship Id="rId1" Type="http://schemas.openxmlformats.org/officeDocument/2006/relationships/hyperlink" Target="https://www.geeksforgeeks.org/advanced-encryption-standard-aes/" TargetMode="External"/><Relationship Id="rId4" Type="http://schemas.openxmlformats.org/officeDocument/2006/relationships/hyperlink" Target="https://www.geeksforgeeks.org/sha-1-hash-in-java/" TargetMode="External"/></Relationships>
</file>

<file path=ppt/diagrams/_rels/drawing11.xml.rels><?xml version="1.0" encoding="UTF-8" standalone="yes"?>
<Relationships xmlns="http://schemas.openxmlformats.org/package/2006/relationships"><Relationship Id="rId1" Type="http://schemas.openxmlformats.org/officeDocument/2006/relationships/hyperlink" Target="https://www.geeksforgeeks.org/how-to-prevent-man-in-the-middle-attack/"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10D11B-61A5-463B-853E-F8E526B70411}" type="doc">
      <dgm:prSet loTypeId="urn:microsoft.com/office/officeart/2005/8/layout/vList2" loCatId="list" qsTypeId="urn:microsoft.com/office/officeart/2005/8/quickstyle/3d4" qsCatId="3D" csTypeId="urn:microsoft.com/office/officeart/2005/8/colors/accent1_2" csCatId="accent1"/>
      <dgm:spPr/>
      <dgm:t>
        <a:bodyPr/>
        <a:lstStyle/>
        <a:p>
          <a:endParaRPr lang="en-US"/>
        </a:p>
      </dgm:t>
    </dgm:pt>
    <dgm:pt modelId="{1A897FD6-41D9-4093-9D9D-8FDF69086705}">
      <dgm:prSet/>
      <dgm:spPr/>
      <dgm:t>
        <a:bodyPr/>
        <a:lstStyle/>
        <a:p>
          <a:pPr rtl="0"/>
          <a:r>
            <a:rPr lang="en-US" b="1" baseline="0" smtClean="0"/>
            <a:t>Cryptography Introduction</a:t>
          </a:r>
          <a:endParaRPr lang="en-US"/>
        </a:p>
      </dgm:t>
    </dgm:pt>
    <dgm:pt modelId="{F431C5B3-2A47-4132-8339-7DF9CA568533}" type="parTrans" cxnId="{82B862B7-68AE-4EDB-A4AA-9682F385F561}">
      <dgm:prSet/>
      <dgm:spPr/>
      <dgm:t>
        <a:bodyPr/>
        <a:lstStyle/>
        <a:p>
          <a:endParaRPr lang="en-US"/>
        </a:p>
      </dgm:t>
    </dgm:pt>
    <dgm:pt modelId="{86A8DB19-7C3D-4A93-AB3A-3C9991849273}" type="sibTrans" cxnId="{82B862B7-68AE-4EDB-A4AA-9682F385F561}">
      <dgm:prSet/>
      <dgm:spPr/>
      <dgm:t>
        <a:bodyPr/>
        <a:lstStyle/>
        <a:p>
          <a:endParaRPr lang="en-US"/>
        </a:p>
      </dgm:t>
    </dgm:pt>
    <dgm:pt modelId="{8F0A9647-F973-402C-BD70-0DDC55C712FD}" type="pres">
      <dgm:prSet presAssocID="{CE10D11B-61A5-463B-853E-F8E526B70411}" presName="linear" presStyleCnt="0">
        <dgm:presLayoutVars>
          <dgm:animLvl val="lvl"/>
          <dgm:resizeHandles val="exact"/>
        </dgm:presLayoutVars>
      </dgm:prSet>
      <dgm:spPr/>
      <dgm:t>
        <a:bodyPr/>
        <a:lstStyle/>
        <a:p>
          <a:endParaRPr lang="en-US"/>
        </a:p>
      </dgm:t>
    </dgm:pt>
    <dgm:pt modelId="{32BB1EC4-783B-4CF1-BDEA-917742B5137F}" type="pres">
      <dgm:prSet presAssocID="{1A897FD6-41D9-4093-9D9D-8FDF69086705}" presName="parentText" presStyleLbl="node1" presStyleIdx="0" presStyleCnt="1">
        <dgm:presLayoutVars>
          <dgm:chMax val="0"/>
          <dgm:bulletEnabled val="1"/>
        </dgm:presLayoutVars>
      </dgm:prSet>
      <dgm:spPr/>
      <dgm:t>
        <a:bodyPr/>
        <a:lstStyle/>
        <a:p>
          <a:endParaRPr lang="en-US"/>
        </a:p>
      </dgm:t>
    </dgm:pt>
  </dgm:ptLst>
  <dgm:cxnLst>
    <dgm:cxn modelId="{82C4E3DE-9006-447D-B2DA-EB4E8B0CD0FA}" type="presOf" srcId="{1A897FD6-41D9-4093-9D9D-8FDF69086705}" destId="{32BB1EC4-783B-4CF1-BDEA-917742B5137F}" srcOrd="0" destOrd="0" presId="urn:microsoft.com/office/officeart/2005/8/layout/vList2"/>
    <dgm:cxn modelId="{82B862B7-68AE-4EDB-A4AA-9682F385F561}" srcId="{CE10D11B-61A5-463B-853E-F8E526B70411}" destId="{1A897FD6-41D9-4093-9D9D-8FDF69086705}" srcOrd="0" destOrd="0" parTransId="{F431C5B3-2A47-4132-8339-7DF9CA568533}" sibTransId="{86A8DB19-7C3D-4A93-AB3A-3C9991849273}"/>
    <dgm:cxn modelId="{8D429D90-67E1-4B78-9A57-106860C57043}" type="presOf" srcId="{CE10D11B-61A5-463B-853E-F8E526B70411}" destId="{8F0A9647-F973-402C-BD70-0DDC55C712FD}" srcOrd="0" destOrd="0" presId="urn:microsoft.com/office/officeart/2005/8/layout/vList2"/>
    <dgm:cxn modelId="{74FFFAE0-E7E7-4B94-A183-951DBDD47F56}" type="presParOf" srcId="{8F0A9647-F973-402C-BD70-0DDC55C712FD}" destId="{32BB1EC4-783B-4CF1-BDEA-917742B5137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DF6BA7-A504-49A9-87EC-59A11CE8E3CC}" type="doc">
      <dgm:prSet loTypeId="urn:microsoft.com/office/officeart/2008/layout/AlternatingPictureBlocks" loCatId="picture" qsTypeId="urn:microsoft.com/office/officeart/2005/8/quickstyle/simple1" qsCatId="simple" csTypeId="urn:microsoft.com/office/officeart/2005/8/colors/accent1_2" csCatId="accent1" phldr="1"/>
      <dgm:spPr/>
      <dgm:t>
        <a:bodyPr/>
        <a:lstStyle/>
        <a:p>
          <a:endParaRPr lang="en-US"/>
        </a:p>
      </dgm:t>
    </dgm:pt>
    <dgm:pt modelId="{85229A48-7E16-4EF6-8FEE-E8BECD2165FC}">
      <dgm:prSet/>
      <dgm:spPr/>
      <dgm:t>
        <a:bodyPr/>
        <a:lstStyle/>
        <a:p>
          <a:pPr rtl="0"/>
          <a:r>
            <a:rPr lang="en-US" b="1" dirty="0" smtClean="0"/>
            <a:t>Cryptography</a:t>
          </a:r>
          <a:r>
            <a:rPr lang="en-US" dirty="0" smtClean="0"/>
            <a:t> </a:t>
          </a:r>
          <a:r>
            <a:rPr lang="en-US" b="1" dirty="0" smtClean="0"/>
            <a:t>i</a:t>
          </a:r>
          <a:r>
            <a:rPr lang="en-US" dirty="0" smtClean="0"/>
            <a:t>s a technique of securing communication by converting plain text into unintelligible cipher text. It involves various algorithms and protocols to ensure data confidentiality, integrity, authentication, and non-repudiation. The two primary types of cryptography are symmetric key cryptography and asymmetric key cryptography and It plays a vital role in ensuring the security and privacy of information in today’s digital world and enables secure online transactions, protects sensitive data stored in databases, and ensures the confidentiality of communication. As technology continues to advance, cryptography remains a crucial tool in the ongoing battle to keep our information safe from hackers.</a:t>
          </a:r>
          <a:endParaRPr lang="en-US" dirty="0"/>
        </a:p>
      </dgm:t>
    </dgm:pt>
    <dgm:pt modelId="{A76F8EAA-40AF-4A9E-BE98-BBA5BF165863}" type="parTrans" cxnId="{0A00E0B8-59C9-4DFA-8D99-AC070E13DE29}">
      <dgm:prSet/>
      <dgm:spPr/>
      <dgm:t>
        <a:bodyPr/>
        <a:lstStyle/>
        <a:p>
          <a:endParaRPr lang="en-US"/>
        </a:p>
      </dgm:t>
    </dgm:pt>
    <dgm:pt modelId="{D632CF48-2357-4C36-8997-19ADE2F33462}" type="sibTrans" cxnId="{0A00E0B8-59C9-4DFA-8D99-AC070E13DE29}">
      <dgm:prSet/>
      <dgm:spPr/>
      <dgm:t>
        <a:bodyPr/>
        <a:lstStyle/>
        <a:p>
          <a:endParaRPr lang="en-US"/>
        </a:p>
      </dgm:t>
    </dgm:pt>
    <dgm:pt modelId="{C852424D-18E4-46C5-B5A4-D5F45E17586D}" type="pres">
      <dgm:prSet presAssocID="{00DF6BA7-A504-49A9-87EC-59A11CE8E3CC}" presName="linearFlow" presStyleCnt="0">
        <dgm:presLayoutVars>
          <dgm:dir/>
          <dgm:resizeHandles val="exact"/>
        </dgm:presLayoutVars>
      </dgm:prSet>
      <dgm:spPr/>
      <dgm:t>
        <a:bodyPr/>
        <a:lstStyle/>
        <a:p>
          <a:endParaRPr lang="en-US"/>
        </a:p>
      </dgm:t>
    </dgm:pt>
    <dgm:pt modelId="{513BD65D-8D7B-4F18-A437-B65BCCC2DD3C}" type="pres">
      <dgm:prSet presAssocID="{85229A48-7E16-4EF6-8FEE-E8BECD2165FC}" presName="comp" presStyleCnt="0"/>
      <dgm:spPr/>
    </dgm:pt>
    <dgm:pt modelId="{67E1E38B-9D7B-4562-842C-31059F3952CA}" type="pres">
      <dgm:prSet presAssocID="{85229A48-7E16-4EF6-8FEE-E8BECD2165FC}" presName="rect2" presStyleLbl="node1" presStyleIdx="0" presStyleCnt="1">
        <dgm:presLayoutVars>
          <dgm:bulletEnabled val="1"/>
        </dgm:presLayoutVars>
      </dgm:prSet>
      <dgm:spPr/>
      <dgm:t>
        <a:bodyPr/>
        <a:lstStyle/>
        <a:p>
          <a:endParaRPr lang="en-US"/>
        </a:p>
      </dgm:t>
    </dgm:pt>
    <dgm:pt modelId="{62238A4F-D048-4D6E-B34E-ECB71EFCB55E}" type="pres">
      <dgm:prSet presAssocID="{85229A48-7E16-4EF6-8FEE-E8BECD2165FC}" presName="rect1" presStyleLbl="lnNode1" presStyleIdx="0" presStyleCnt="1"/>
      <dgm:spPr>
        <a:blipFill rotWithShape="1">
          <a:blip xmlns:r="http://schemas.openxmlformats.org/officeDocument/2006/relationships" r:embed="rId1"/>
          <a:stretch>
            <a:fillRect/>
          </a:stretch>
        </a:blipFill>
      </dgm:spPr>
    </dgm:pt>
  </dgm:ptLst>
  <dgm:cxnLst>
    <dgm:cxn modelId="{0A00E0B8-59C9-4DFA-8D99-AC070E13DE29}" srcId="{00DF6BA7-A504-49A9-87EC-59A11CE8E3CC}" destId="{85229A48-7E16-4EF6-8FEE-E8BECD2165FC}" srcOrd="0" destOrd="0" parTransId="{A76F8EAA-40AF-4A9E-BE98-BBA5BF165863}" sibTransId="{D632CF48-2357-4C36-8997-19ADE2F33462}"/>
    <dgm:cxn modelId="{94F0BACA-5DD8-4FFD-B403-6F599FD332F7}" type="presOf" srcId="{85229A48-7E16-4EF6-8FEE-E8BECD2165FC}" destId="{67E1E38B-9D7B-4562-842C-31059F3952CA}" srcOrd="0" destOrd="0" presId="urn:microsoft.com/office/officeart/2008/layout/AlternatingPictureBlocks"/>
    <dgm:cxn modelId="{CD141561-8881-4920-B2DF-913F34A83BA2}" type="presOf" srcId="{00DF6BA7-A504-49A9-87EC-59A11CE8E3CC}" destId="{C852424D-18E4-46C5-B5A4-D5F45E17586D}" srcOrd="0" destOrd="0" presId="urn:microsoft.com/office/officeart/2008/layout/AlternatingPictureBlocks"/>
    <dgm:cxn modelId="{0B8EA2A6-F9C7-4973-A1CA-4B568D3642FA}" type="presParOf" srcId="{C852424D-18E4-46C5-B5A4-D5F45E17586D}" destId="{513BD65D-8D7B-4F18-A437-B65BCCC2DD3C}" srcOrd="0" destOrd="0" presId="urn:microsoft.com/office/officeart/2008/layout/AlternatingPictureBlocks"/>
    <dgm:cxn modelId="{64E7DB46-A92C-44DB-B776-26022B19B399}" type="presParOf" srcId="{513BD65D-8D7B-4F18-A437-B65BCCC2DD3C}" destId="{67E1E38B-9D7B-4562-842C-31059F3952CA}" srcOrd="0" destOrd="0" presId="urn:microsoft.com/office/officeart/2008/layout/AlternatingPictureBlocks"/>
    <dgm:cxn modelId="{830A8798-B268-4FC7-A17B-143BB5E0C422}" type="presParOf" srcId="{513BD65D-8D7B-4F18-A437-B65BCCC2DD3C}" destId="{62238A4F-D048-4D6E-B34E-ECB71EFCB55E}" srcOrd="1" destOrd="0" presId="urn:microsoft.com/office/officeart/2008/layout/AlternatingPictureBlock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B853B28-1C8A-4908-ACE8-7209DAC3AD7E}" type="doc">
      <dgm:prSet loTypeId="urn:microsoft.com/office/officeart/2005/8/layout/hChevron3" loCatId="process" qsTypeId="urn:microsoft.com/office/officeart/2005/8/quickstyle/simple1" qsCatId="simple" csTypeId="urn:microsoft.com/office/officeart/2005/8/colors/accent1_2" csCatId="accent1"/>
      <dgm:spPr/>
      <dgm:t>
        <a:bodyPr/>
        <a:lstStyle/>
        <a:p>
          <a:endParaRPr lang="en-US"/>
        </a:p>
      </dgm:t>
    </dgm:pt>
    <dgm:pt modelId="{64D21C1A-3DDF-4A3E-A598-EF5EA0CF2538}">
      <dgm:prSet/>
      <dgm:spPr/>
      <dgm:t>
        <a:bodyPr/>
        <a:lstStyle/>
        <a:p>
          <a:pPr rtl="0"/>
          <a:r>
            <a:rPr lang="en-US" b="1" baseline="0" smtClean="0"/>
            <a:t>Cryptographic Principles</a:t>
          </a:r>
          <a:endParaRPr lang="en-US"/>
        </a:p>
      </dgm:t>
    </dgm:pt>
    <dgm:pt modelId="{62BE8440-6FEF-4513-AFE6-9277BA654728}" type="parTrans" cxnId="{D9AF56E0-F071-440F-9E92-38CF5B8B4554}">
      <dgm:prSet/>
      <dgm:spPr/>
      <dgm:t>
        <a:bodyPr/>
        <a:lstStyle/>
        <a:p>
          <a:endParaRPr lang="en-US"/>
        </a:p>
      </dgm:t>
    </dgm:pt>
    <dgm:pt modelId="{B2AB514D-90B8-4D63-9974-FF19604DC4EA}" type="sibTrans" cxnId="{D9AF56E0-F071-440F-9E92-38CF5B8B4554}">
      <dgm:prSet/>
      <dgm:spPr/>
      <dgm:t>
        <a:bodyPr/>
        <a:lstStyle/>
        <a:p>
          <a:endParaRPr lang="en-US"/>
        </a:p>
      </dgm:t>
    </dgm:pt>
    <dgm:pt modelId="{62AF46E3-A7AE-4EA6-B319-FAC43DC92CBE}" type="pres">
      <dgm:prSet presAssocID="{CB853B28-1C8A-4908-ACE8-7209DAC3AD7E}" presName="Name0" presStyleCnt="0">
        <dgm:presLayoutVars>
          <dgm:dir/>
          <dgm:resizeHandles val="exact"/>
        </dgm:presLayoutVars>
      </dgm:prSet>
      <dgm:spPr/>
      <dgm:t>
        <a:bodyPr/>
        <a:lstStyle/>
        <a:p>
          <a:endParaRPr lang="en-US"/>
        </a:p>
      </dgm:t>
    </dgm:pt>
    <dgm:pt modelId="{6A100D74-DB53-4A47-B7CE-06365B3FF234}" type="pres">
      <dgm:prSet presAssocID="{64D21C1A-3DDF-4A3E-A598-EF5EA0CF2538}" presName="parTxOnly" presStyleLbl="node1" presStyleIdx="0" presStyleCnt="1">
        <dgm:presLayoutVars>
          <dgm:bulletEnabled val="1"/>
        </dgm:presLayoutVars>
      </dgm:prSet>
      <dgm:spPr/>
      <dgm:t>
        <a:bodyPr/>
        <a:lstStyle/>
        <a:p>
          <a:endParaRPr lang="en-US"/>
        </a:p>
      </dgm:t>
    </dgm:pt>
  </dgm:ptLst>
  <dgm:cxnLst>
    <dgm:cxn modelId="{D9AF56E0-F071-440F-9E92-38CF5B8B4554}" srcId="{CB853B28-1C8A-4908-ACE8-7209DAC3AD7E}" destId="{64D21C1A-3DDF-4A3E-A598-EF5EA0CF2538}" srcOrd="0" destOrd="0" parTransId="{62BE8440-6FEF-4513-AFE6-9277BA654728}" sibTransId="{B2AB514D-90B8-4D63-9974-FF19604DC4EA}"/>
    <dgm:cxn modelId="{14C24DCB-5C27-4CA3-A2C8-44E195ABE66B}" type="presOf" srcId="{64D21C1A-3DDF-4A3E-A598-EF5EA0CF2538}" destId="{6A100D74-DB53-4A47-B7CE-06365B3FF234}" srcOrd="0" destOrd="0" presId="urn:microsoft.com/office/officeart/2005/8/layout/hChevron3"/>
    <dgm:cxn modelId="{A1DEABD4-C584-44A3-8B6F-BB59E6F5962B}" type="presOf" srcId="{CB853B28-1C8A-4908-ACE8-7209DAC3AD7E}" destId="{62AF46E3-A7AE-4EA6-B319-FAC43DC92CBE}" srcOrd="0" destOrd="0" presId="urn:microsoft.com/office/officeart/2005/8/layout/hChevron3"/>
    <dgm:cxn modelId="{ED7252E7-3FDF-49D6-94D9-FD992F2FF7B2}" type="presParOf" srcId="{62AF46E3-A7AE-4EA6-B319-FAC43DC92CBE}" destId="{6A100D74-DB53-4A47-B7CE-06365B3FF234}" srcOrd="0"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525588-467A-4926-975C-A96ABE2101E3}" type="doc">
      <dgm:prSet loTypeId="urn:microsoft.com/office/officeart/2005/8/layout/vProcess5" loCatId="process" qsTypeId="urn:microsoft.com/office/officeart/2005/8/quickstyle/simple3" qsCatId="simple" csTypeId="urn:microsoft.com/office/officeart/2005/8/colors/accent1_2" csCatId="accent1"/>
      <dgm:spPr/>
      <dgm:t>
        <a:bodyPr/>
        <a:lstStyle/>
        <a:p>
          <a:endParaRPr lang="en-US"/>
        </a:p>
      </dgm:t>
    </dgm:pt>
    <dgm:pt modelId="{176D53DA-80C9-425E-9E75-B4549B9A6933}">
      <dgm:prSet/>
      <dgm:spPr/>
      <dgm:t>
        <a:bodyPr/>
        <a:lstStyle/>
        <a:p>
          <a:pPr rtl="0"/>
          <a:r>
            <a:rPr lang="en-US" b="1" smtClean="0"/>
            <a:t>Confidentiality</a:t>
          </a:r>
          <a:r>
            <a:rPr lang="en-US" smtClean="0"/>
            <a:t> refers to certain rules and guidelines usually executed under confidentiality agreements which ensure that the information is restricted to certain people or places.</a:t>
          </a:r>
          <a:endParaRPr lang="en-US"/>
        </a:p>
      </dgm:t>
    </dgm:pt>
    <dgm:pt modelId="{0F1E4D94-1C1C-441D-B19F-F949810F3F27}" type="parTrans" cxnId="{56D544C4-5EE9-4E2A-8A7E-9DA8BD99DBD3}">
      <dgm:prSet/>
      <dgm:spPr/>
      <dgm:t>
        <a:bodyPr/>
        <a:lstStyle/>
        <a:p>
          <a:endParaRPr lang="en-US"/>
        </a:p>
      </dgm:t>
    </dgm:pt>
    <dgm:pt modelId="{20ACF69C-6E58-402D-AE3F-BDBF882B8AA0}" type="sibTrans" cxnId="{56D544C4-5EE9-4E2A-8A7E-9DA8BD99DBD3}">
      <dgm:prSet/>
      <dgm:spPr/>
      <dgm:t>
        <a:bodyPr/>
        <a:lstStyle/>
        <a:p>
          <a:endParaRPr lang="en-US"/>
        </a:p>
      </dgm:t>
    </dgm:pt>
    <dgm:pt modelId="{0B3B190A-127C-4DFA-8094-40F8FCDE17AE}">
      <dgm:prSet/>
      <dgm:spPr/>
      <dgm:t>
        <a:bodyPr/>
        <a:lstStyle/>
        <a:p>
          <a:pPr rtl="0"/>
          <a:r>
            <a:rPr lang="en-US" b="1" smtClean="0"/>
            <a:t>Data integrity</a:t>
          </a:r>
          <a:r>
            <a:rPr lang="en-US" smtClean="0"/>
            <a:t> refers to maintaining and making sure that the data stays accurate and consistent over its entire life cycle.</a:t>
          </a:r>
          <a:endParaRPr lang="en-US"/>
        </a:p>
      </dgm:t>
    </dgm:pt>
    <dgm:pt modelId="{B6E4410C-30BC-42C5-842D-297BFFEB8D89}" type="parTrans" cxnId="{A3727918-C873-4C88-9188-92FF04CBC8FC}">
      <dgm:prSet/>
      <dgm:spPr/>
      <dgm:t>
        <a:bodyPr/>
        <a:lstStyle/>
        <a:p>
          <a:endParaRPr lang="en-US"/>
        </a:p>
      </dgm:t>
    </dgm:pt>
    <dgm:pt modelId="{0238E2E8-F8C6-42DE-884F-0F6DFE7DF38D}" type="sibTrans" cxnId="{A3727918-C873-4C88-9188-92FF04CBC8FC}">
      <dgm:prSet/>
      <dgm:spPr/>
      <dgm:t>
        <a:bodyPr/>
        <a:lstStyle/>
        <a:p>
          <a:endParaRPr lang="en-US"/>
        </a:p>
      </dgm:t>
    </dgm:pt>
    <dgm:pt modelId="{DE550EAF-E00B-49AA-A925-E38F28E24F1F}">
      <dgm:prSet/>
      <dgm:spPr/>
      <dgm:t>
        <a:bodyPr/>
        <a:lstStyle/>
        <a:p>
          <a:pPr rtl="0"/>
          <a:r>
            <a:rPr lang="en-US" b="1" smtClean="0"/>
            <a:t>Authentication</a:t>
          </a:r>
          <a:r>
            <a:rPr lang="en-US" smtClean="0"/>
            <a:t> is the process of making sure that the piece of data being claimed by the user belongs to it.</a:t>
          </a:r>
          <a:endParaRPr lang="en-US"/>
        </a:p>
      </dgm:t>
    </dgm:pt>
    <dgm:pt modelId="{551B5BA4-B502-46BE-A1FF-59A25FB05C4D}" type="parTrans" cxnId="{ECF721ED-227F-4803-97DF-70F42870734B}">
      <dgm:prSet/>
      <dgm:spPr/>
      <dgm:t>
        <a:bodyPr/>
        <a:lstStyle/>
        <a:p>
          <a:endParaRPr lang="en-US"/>
        </a:p>
      </dgm:t>
    </dgm:pt>
    <dgm:pt modelId="{D8435630-A578-4EDC-9B71-294CC235DC5A}" type="sibTrans" cxnId="{ECF721ED-227F-4803-97DF-70F42870734B}">
      <dgm:prSet/>
      <dgm:spPr/>
      <dgm:t>
        <a:bodyPr/>
        <a:lstStyle/>
        <a:p>
          <a:endParaRPr lang="en-US"/>
        </a:p>
      </dgm:t>
    </dgm:pt>
    <dgm:pt modelId="{8A12EABE-62FA-4EC1-A1B5-73947B62AC35}">
      <dgm:prSet/>
      <dgm:spPr/>
      <dgm:t>
        <a:bodyPr/>
        <a:lstStyle/>
        <a:p>
          <a:pPr rtl="0"/>
          <a:r>
            <a:rPr lang="en-US" b="1" smtClean="0"/>
            <a:t>Non-repudiation</a:t>
          </a:r>
          <a:r>
            <a:rPr lang="en-US" smtClean="0"/>
            <a:t> refers to the ability to make sure that a person or a party associated with a contract or a communication cannot deny the authenticity of their signature over their document or the sending of a message.</a:t>
          </a:r>
          <a:endParaRPr lang="en-US"/>
        </a:p>
      </dgm:t>
    </dgm:pt>
    <dgm:pt modelId="{1B7EC16B-033C-4ADC-BAB4-808166E41528}" type="parTrans" cxnId="{51B6459A-7570-47C3-A78A-D7C6096F8333}">
      <dgm:prSet/>
      <dgm:spPr/>
      <dgm:t>
        <a:bodyPr/>
        <a:lstStyle/>
        <a:p>
          <a:endParaRPr lang="en-US"/>
        </a:p>
      </dgm:t>
    </dgm:pt>
    <dgm:pt modelId="{8E3F34D4-FC37-41BF-8AF4-18AE37BD76E8}" type="sibTrans" cxnId="{51B6459A-7570-47C3-A78A-D7C6096F8333}">
      <dgm:prSet/>
      <dgm:spPr/>
      <dgm:t>
        <a:bodyPr/>
        <a:lstStyle/>
        <a:p>
          <a:endParaRPr lang="en-US"/>
        </a:p>
      </dgm:t>
    </dgm:pt>
    <dgm:pt modelId="{5A29A434-E076-41EC-BEF1-7763774F8478}" type="pres">
      <dgm:prSet presAssocID="{99525588-467A-4926-975C-A96ABE2101E3}" presName="outerComposite" presStyleCnt="0">
        <dgm:presLayoutVars>
          <dgm:chMax val="5"/>
          <dgm:dir/>
          <dgm:resizeHandles val="exact"/>
        </dgm:presLayoutVars>
      </dgm:prSet>
      <dgm:spPr/>
      <dgm:t>
        <a:bodyPr/>
        <a:lstStyle/>
        <a:p>
          <a:endParaRPr lang="en-US"/>
        </a:p>
      </dgm:t>
    </dgm:pt>
    <dgm:pt modelId="{B21E750C-FD82-44DF-84FC-1F2ED7D4404C}" type="pres">
      <dgm:prSet presAssocID="{99525588-467A-4926-975C-A96ABE2101E3}" presName="dummyMaxCanvas" presStyleCnt="0">
        <dgm:presLayoutVars/>
      </dgm:prSet>
      <dgm:spPr/>
    </dgm:pt>
    <dgm:pt modelId="{EF200129-FD96-4FFC-9D94-90AAFC2B75FF}" type="pres">
      <dgm:prSet presAssocID="{99525588-467A-4926-975C-A96ABE2101E3}" presName="FourNodes_1" presStyleLbl="node1" presStyleIdx="0" presStyleCnt="4">
        <dgm:presLayoutVars>
          <dgm:bulletEnabled val="1"/>
        </dgm:presLayoutVars>
      </dgm:prSet>
      <dgm:spPr/>
      <dgm:t>
        <a:bodyPr/>
        <a:lstStyle/>
        <a:p>
          <a:endParaRPr lang="en-US"/>
        </a:p>
      </dgm:t>
    </dgm:pt>
    <dgm:pt modelId="{E8BC9948-14A0-4CFC-B092-0996C4F2BA49}" type="pres">
      <dgm:prSet presAssocID="{99525588-467A-4926-975C-A96ABE2101E3}" presName="FourNodes_2" presStyleLbl="node1" presStyleIdx="1" presStyleCnt="4">
        <dgm:presLayoutVars>
          <dgm:bulletEnabled val="1"/>
        </dgm:presLayoutVars>
      </dgm:prSet>
      <dgm:spPr/>
      <dgm:t>
        <a:bodyPr/>
        <a:lstStyle/>
        <a:p>
          <a:endParaRPr lang="en-US"/>
        </a:p>
      </dgm:t>
    </dgm:pt>
    <dgm:pt modelId="{3B4094BE-D930-4317-ADC0-73DBED98B2C3}" type="pres">
      <dgm:prSet presAssocID="{99525588-467A-4926-975C-A96ABE2101E3}" presName="FourNodes_3" presStyleLbl="node1" presStyleIdx="2" presStyleCnt="4">
        <dgm:presLayoutVars>
          <dgm:bulletEnabled val="1"/>
        </dgm:presLayoutVars>
      </dgm:prSet>
      <dgm:spPr/>
      <dgm:t>
        <a:bodyPr/>
        <a:lstStyle/>
        <a:p>
          <a:endParaRPr lang="en-US"/>
        </a:p>
      </dgm:t>
    </dgm:pt>
    <dgm:pt modelId="{F28DDEB7-D1E3-4B81-B736-D2F9280D99EB}" type="pres">
      <dgm:prSet presAssocID="{99525588-467A-4926-975C-A96ABE2101E3}" presName="FourNodes_4" presStyleLbl="node1" presStyleIdx="3" presStyleCnt="4">
        <dgm:presLayoutVars>
          <dgm:bulletEnabled val="1"/>
        </dgm:presLayoutVars>
      </dgm:prSet>
      <dgm:spPr/>
      <dgm:t>
        <a:bodyPr/>
        <a:lstStyle/>
        <a:p>
          <a:endParaRPr lang="en-US"/>
        </a:p>
      </dgm:t>
    </dgm:pt>
    <dgm:pt modelId="{B7FA046C-D1EA-4D27-BB18-6FF766914DE9}" type="pres">
      <dgm:prSet presAssocID="{99525588-467A-4926-975C-A96ABE2101E3}" presName="FourConn_1-2" presStyleLbl="fgAccFollowNode1" presStyleIdx="0" presStyleCnt="3">
        <dgm:presLayoutVars>
          <dgm:bulletEnabled val="1"/>
        </dgm:presLayoutVars>
      </dgm:prSet>
      <dgm:spPr/>
      <dgm:t>
        <a:bodyPr/>
        <a:lstStyle/>
        <a:p>
          <a:endParaRPr lang="en-US"/>
        </a:p>
      </dgm:t>
    </dgm:pt>
    <dgm:pt modelId="{D092B543-0CF0-4F8C-AF47-7CE987AF7476}" type="pres">
      <dgm:prSet presAssocID="{99525588-467A-4926-975C-A96ABE2101E3}" presName="FourConn_2-3" presStyleLbl="fgAccFollowNode1" presStyleIdx="1" presStyleCnt="3">
        <dgm:presLayoutVars>
          <dgm:bulletEnabled val="1"/>
        </dgm:presLayoutVars>
      </dgm:prSet>
      <dgm:spPr/>
      <dgm:t>
        <a:bodyPr/>
        <a:lstStyle/>
        <a:p>
          <a:endParaRPr lang="en-US"/>
        </a:p>
      </dgm:t>
    </dgm:pt>
    <dgm:pt modelId="{42CF3627-F8A6-440B-8C6C-CD4E89D41867}" type="pres">
      <dgm:prSet presAssocID="{99525588-467A-4926-975C-A96ABE2101E3}" presName="FourConn_3-4" presStyleLbl="fgAccFollowNode1" presStyleIdx="2" presStyleCnt="3">
        <dgm:presLayoutVars>
          <dgm:bulletEnabled val="1"/>
        </dgm:presLayoutVars>
      </dgm:prSet>
      <dgm:spPr/>
      <dgm:t>
        <a:bodyPr/>
        <a:lstStyle/>
        <a:p>
          <a:endParaRPr lang="en-US"/>
        </a:p>
      </dgm:t>
    </dgm:pt>
    <dgm:pt modelId="{70AE2EAC-ED31-43BC-9D55-17769BC9308F}" type="pres">
      <dgm:prSet presAssocID="{99525588-467A-4926-975C-A96ABE2101E3}" presName="FourNodes_1_text" presStyleLbl="node1" presStyleIdx="3" presStyleCnt="4">
        <dgm:presLayoutVars>
          <dgm:bulletEnabled val="1"/>
        </dgm:presLayoutVars>
      </dgm:prSet>
      <dgm:spPr/>
      <dgm:t>
        <a:bodyPr/>
        <a:lstStyle/>
        <a:p>
          <a:endParaRPr lang="en-US"/>
        </a:p>
      </dgm:t>
    </dgm:pt>
    <dgm:pt modelId="{02E55900-7EDB-4DE7-9BBD-5B77AEAEA5C5}" type="pres">
      <dgm:prSet presAssocID="{99525588-467A-4926-975C-A96ABE2101E3}" presName="FourNodes_2_text" presStyleLbl="node1" presStyleIdx="3" presStyleCnt="4">
        <dgm:presLayoutVars>
          <dgm:bulletEnabled val="1"/>
        </dgm:presLayoutVars>
      </dgm:prSet>
      <dgm:spPr/>
      <dgm:t>
        <a:bodyPr/>
        <a:lstStyle/>
        <a:p>
          <a:endParaRPr lang="en-US"/>
        </a:p>
      </dgm:t>
    </dgm:pt>
    <dgm:pt modelId="{B427A526-C4A9-4616-AED6-437339BF32C7}" type="pres">
      <dgm:prSet presAssocID="{99525588-467A-4926-975C-A96ABE2101E3}" presName="FourNodes_3_text" presStyleLbl="node1" presStyleIdx="3" presStyleCnt="4">
        <dgm:presLayoutVars>
          <dgm:bulletEnabled val="1"/>
        </dgm:presLayoutVars>
      </dgm:prSet>
      <dgm:spPr/>
      <dgm:t>
        <a:bodyPr/>
        <a:lstStyle/>
        <a:p>
          <a:endParaRPr lang="en-US"/>
        </a:p>
      </dgm:t>
    </dgm:pt>
    <dgm:pt modelId="{42487A63-E093-44F2-ABD7-9D5AE07391B2}" type="pres">
      <dgm:prSet presAssocID="{99525588-467A-4926-975C-A96ABE2101E3}" presName="FourNodes_4_text" presStyleLbl="node1" presStyleIdx="3" presStyleCnt="4">
        <dgm:presLayoutVars>
          <dgm:bulletEnabled val="1"/>
        </dgm:presLayoutVars>
      </dgm:prSet>
      <dgm:spPr/>
      <dgm:t>
        <a:bodyPr/>
        <a:lstStyle/>
        <a:p>
          <a:endParaRPr lang="en-US"/>
        </a:p>
      </dgm:t>
    </dgm:pt>
  </dgm:ptLst>
  <dgm:cxnLst>
    <dgm:cxn modelId="{A3727918-C873-4C88-9188-92FF04CBC8FC}" srcId="{99525588-467A-4926-975C-A96ABE2101E3}" destId="{0B3B190A-127C-4DFA-8094-40F8FCDE17AE}" srcOrd="1" destOrd="0" parTransId="{B6E4410C-30BC-42C5-842D-297BFFEB8D89}" sibTransId="{0238E2E8-F8C6-42DE-884F-0F6DFE7DF38D}"/>
    <dgm:cxn modelId="{0D463F8D-6BAC-4CAC-B6F6-B130632EF4DC}" type="presOf" srcId="{8A12EABE-62FA-4EC1-A1B5-73947B62AC35}" destId="{F28DDEB7-D1E3-4B81-B736-D2F9280D99EB}" srcOrd="0" destOrd="0" presId="urn:microsoft.com/office/officeart/2005/8/layout/vProcess5"/>
    <dgm:cxn modelId="{25ABC3CB-A420-4374-A046-12DB5F84455C}" type="presOf" srcId="{0B3B190A-127C-4DFA-8094-40F8FCDE17AE}" destId="{E8BC9948-14A0-4CFC-B092-0996C4F2BA49}" srcOrd="0" destOrd="0" presId="urn:microsoft.com/office/officeart/2005/8/layout/vProcess5"/>
    <dgm:cxn modelId="{51B6459A-7570-47C3-A78A-D7C6096F8333}" srcId="{99525588-467A-4926-975C-A96ABE2101E3}" destId="{8A12EABE-62FA-4EC1-A1B5-73947B62AC35}" srcOrd="3" destOrd="0" parTransId="{1B7EC16B-033C-4ADC-BAB4-808166E41528}" sibTransId="{8E3F34D4-FC37-41BF-8AF4-18AE37BD76E8}"/>
    <dgm:cxn modelId="{ECF721ED-227F-4803-97DF-70F42870734B}" srcId="{99525588-467A-4926-975C-A96ABE2101E3}" destId="{DE550EAF-E00B-49AA-A925-E38F28E24F1F}" srcOrd="2" destOrd="0" parTransId="{551B5BA4-B502-46BE-A1FF-59A25FB05C4D}" sibTransId="{D8435630-A578-4EDC-9B71-294CC235DC5A}"/>
    <dgm:cxn modelId="{105C6EEC-2EDF-45E2-92E3-36E58694C31D}" type="presOf" srcId="{99525588-467A-4926-975C-A96ABE2101E3}" destId="{5A29A434-E076-41EC-BEF1-7763774F8478}" srcOrd="0" destOrd="0" presId="urn:microsoft.com/office/officeart/2005/8/layout/vProcess5"/>
    <dgm:cxn modelId="{DB9B91B2-2CA6-4C14-9908-54B24502BBA1}" type="presOf" srcId="{DE550EAF-E00B-49AA-A925-E38F28E24F1F}" destId="{B427A526-C4A9-4616-AED6-437339BF32C7}" srcOrd="1" destOrd="0" presId="urn:microsoft.com/office/officeart/2005/8/layout/vProcess5"/>
    <dgm:cxn modelId="{A8F861F5-7FB9-4B62-9C5A-7822A95F8099}" type="presOf" srcId="{0238E2E8-F8C6-42DE-884F-0F6DFE7DF38D}" destId="{D092B543-0CF0-4F8C-AF47-7CE987AF7476}" srcOrd="0" destOrd="0" presId="urn:microsoft.com/office/officeart/2005/8/layout/vProcess5"/>
    <dgm:cxn modelId="{73AFDE16-50FC-4ABF-816B-E3C4FDCA800E}" type="presOf" srcId="{176D53DA-80C9-425E-9E75-B4549B9A6933}" destId="{EF200129-FD96-4FFC-9D94-90AAFC2B75FF}" srcOrd="0" destOrd="0" presId="urn:microsoft.com/office/officeart/2005/8/layout/vProcess5"/>
    <dgm:cxn modelId="{CA404879-B296-4D09-8C37-560E1646CB9A}" type="presOf" srcId="{D8435630-A578-4EDC-9B71-294CC235DC5A}" destId="{42CF3627-F8A6-440B-8C6C-CD4E89D41867}" srcOrd="0" destOrd="0" presId="urn:microsoft.com/office/officeart/2005/8/layout/vProcess5"/>
    <dgm:cxn modelId="{3449DB45-52BF-4687-B957-DCA51C334C00}" type="presOf" srcId="{DE550EAF-E00B-49AA-A925-E38F28E24F1F}" destId="{3B4094BE-D930-4317-ADC0-73DBED98B2C3}" srcOrd="0" destOrd="0" presId="urn:microsoft.com/office/officeart/2005/8/layout/vProcess5"/>
    <dgm:cxn modelId="{42FB79E0-4CE2-4F0C-8AE1-02D32552AF49}" type="presOf" srcId="{8A12EABE-62FA-4EC1-A1B5-73947B62AC35}" destId="{42487A63-E093-44F2-ABD7-9D5AE07391B2}" srcOrd="1" destOrd="0" presId="urn:microsoft.com/office/officeart/2005/8/layout/vProcess5"/>
    <dgm:cxn modelId="{E7B30647-6F16-426F-9F53-6493EB1BBB18}" type="presOf" srcId="{176D53DA-80C9-425E-9E75-B4549B9A6933}" destId="{70AE2EAC-ED31-43BC-9D55-17769BC9308F}" srcOrd="1" destOrd="0" presId="urn:microsoft.com/office/officeart/2005/8/layout/vProcess5"/>
    <dgm:cxn modelId="{1912BBC5-62BE-41A8-9342-0EFEF30D3DE1}" type="presOf" srcId="{20ACF69C-6E58-402D-AE3F-BDBF882B8AA0}" destId="{B7FA046C-D1EA-4D27-BB18-6FF766914DE9}" srcOrd="0" destOrd="0" presId="urn:microsoft.com/office/officeart/2005/8/layout/vProcess5"/>
    <dgm:cxn modelId="{56D544C4-5EE9-4E2A-8A7E-9DA8BD99DBD3}" srcId="{99525588-467A-4926-975C-A96ABE2101E3}" destId="{176D53DA-80C9-425E-9E75-B4549B9A6933}" srcOrd="0" destOrd="0" parTransId="{0F1E4D94-1C1C-441D-B19F-F949810F3F27}" sibTransId="{20ACF69C-6E58-402D-AE3F-BDBF882B8AA0}"/>
    <dgm:cxn modelId="{EC0D084E-776D-40C1-B629-8D2B9CB75550}" type="presOf" srcId="{0B3B190A-127C-4DFA-8094-40F8FCDE17AE}" destId="{02E55900-7EDB-4DE7-9BBD-5B77AEAEA5C5}" srcOrd="1" destOrd="0" presId="urn:microsoft.com/office/officeart/2005/8/layout/vProcess5"/>
    <dgm:cxn modelId="{BFB89BE3-517B-45A9-8EA7-6A78DFA14C07}" type="presParOf" srcId="{5A29A434-E076-41EC-BEF1-7763774F8478}" destId="{B21E750C-FD82-44DF-84FC-1F2ED7D4404C}" srcOrd="0" destOrd="0" presId="urn:microsoft.com/office/officeart/2005/8/layout/vProcess5"/>
    <dgm:cxn modelId="{598DDB67-AC8F-4D29-A1AD-A5ECACB7A05B}" type="presParOf" srcId="{5A29A434-E076-41EC-BEF1-7763774F8478}" destId="{EF200129-FD96-4FFC-9D94-90AAFC2B75FF}" srcOrd="1" destOrd="0" presId="urn:microsoft.com/office/officeart/2005/8/layout/vProcess5"/>
    <dgm:cxn modelId="{0ECDBE85-A4D6-4B05-B76D-CF4ECA8A4BE3}" type="presParOf" srcId="{5A29A434-E076-41EC-BEF1-7763774F8478}" destId="{E8BC9948-14A0-4CFC-B092-0996C4F2BA49}" srcOrd="2" destOrd="0" presId="urn:microsoft.com/office/officeart/2005/8/layout/vProcess5"/>
    <dgm:cxn modelId="{294A0286-9D8F-41A9-AAB6-B9B9D3B99811}" type="presParOf" srcId="{5A29A434-E076-41EC-BEF1-7763774F8478}" destId="{3B4094BE-D930-4317-ADC0-73DBED98B2C3}" srcOrd="3" destOrd="0" presId="urn:microsoft.com/office/officeart/2005/8/layout/vProcess5"/>
    <dgm:cxn modelId="{08E9AD3B-44FB-4A40-A9B0-695FA3034643}" type="presParOf" srcId="{5A29A434-E076-41EC-BEF1-7763774F8478}" destId="{F28DDEB7-D1E3-4B81-B736-D2F9280D99EB}" srcOrd="4" destOrd="0" presId="urn:microsoft.com/office/officeart/2005/8/layout/vProcess5"/>
    <dgm:cxn modelId="{ED8C0A93-A88E-40F9-BA0E-4AB40165184F}" type="presParOf" srcId="{5A29A434-E076-41EC-BEF1-7763774F8478}" destId="{B7FA046C-D1EA-4D27-BB18-6FF766914DE9}" srcOrd="5" destOrd="0" presId="urn:microsoft.com/office/officeart/2005/8/layout/vProcess5"/>
    <dgm:cxn modelId="{0A000C11-672F-4EA8-B527-223627BCA27B}" type="presParOf" srcId="{5A29A434-E076-41EC-BEF1-7763774F8478}" destId="{D092B543-0CF0-4F8C-AF47-7CE987AF7476}" srcOrd="6" destOrd="0" presId="urn:microsoft.com/office/officeart/2005/8/layout/vProcess5"/>
    <dgm:cxn modelId="{4955416F-E41E-4276-A30A-D71E7933639B}" type="presParOf" srcId="{5A29A434-E076-41EC-BEF1-7763774F8478}" destId="{42CF3627-F8A6-440B-8C6C-CD4E89D41867}" srcOrd="7" destOrd="0" presId="urn:microsoft.com/office/officeart/2005/8/layout/vProcess5"/>
    <dgm:cxn modelId="{075FA75F-5667-4574-AF14-375C7EC51A4E}" type="presParOf" srcId="{5A29A434-E076-41EC-BEF1-7763774F8478}" destId="{70AE2EAC-ED31-43BC-9D55-17769BC9308F}" srcOrd="8" destOrd="0" presId="urn:microsoft.com/office/officeart/2005/8/layout/vProcess5"/>
    <dgm:cxn modelId="{5CD0B664-49F6-488A-B4DD-B8E133914F1A}" type="presParOf" srcId="{5A29A434-E076-41EC-BEF1-7763774F8478}" destId="{02E55900-7EDB-4DE7-9BBD-5B77AEAEA5C5}" srcOrd="9" destOrd="0" presId="urn:microsoft.com/office/officeart/2005/8/layout/vProcess5"/>
    <dgm:cxn modelId="{6A4E9F32-E45F-45C2-9EA9-5B6D26FEE479}" type="presParOf" srcId="{5A29A434-E076-41EC-BEF1-7763774F8478}" destId="{B427A526-C4A9-4616-AED6-437339BF32C7}" srcOrd="10" destOrd="0" presId="urn:microsoft.com/office/officeart/2005/8/layout/vProcess5"/>
    <dgm:cxn modelId="{A4A6F6A4-14DD-4109-9998-CBEA1E00D378}" type="presParOf" srcId="{5A29A434-E076-41EC-BEF1-7763774F8478}" destId="{42487A63-E093-44F2-ABD7-9D5AE07391B2}" srcOrd="11" destOrd="0" presId="urn:microsoft.com/office/officeart/2005/8/layout/v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C6D535-FA23-445E-9414-F6EB399FA2D9}" type="doc">
      <dgm:prSet loTypeId="urn:microsoft.com/office/officeart/2005/8/layout/process1" loCatId="process" qsTypeId="urn:microsoft.com/office/officeart/2005/8/quickstyle/simple3" qsCatId="simple" csTypeId="urn:microsoft.com/office/officeart/2005/8/colors/accent1_2" csCatId="accent1"/>
      <dgm:spPr/>
      <dgm:t>
        <a:bodyPr/>
        <a:lstStyle/>
        <a:p>
          <a:endParaRPr lang="en-US"/>
        </a:p>
      </dgm:t>
    </dgm:pt>
    <dgm:pt modelId="{B5E6483E-AC94-4E24-82F7-73B2BC50951A}">
      <dgm:prSet/>
      <dgm:spPr/>
      <dgm:t>
        <a:bodyPr/>
        <a:lstStyle/>
        <a:p>
          <a:pPr rtl="0"/>
          <a:r>
            <a:rPr lang="en-US" b="1" baseline="0" dirty="0" smtClean="0"/>
            <a:t>Types of Cryptography</a:t>
          </a:r>
          <a:endParaRPr lang="en-US" dirty="0"/>
        </a:p>
      </dgm:t>
    </dgm:pt>
    <dgm:pt modelId="{CB76D778-CB31-4F62-BBA9-74F173019E8A}" type="parTrans" cxnId="{231AB0E7-2B64-4596-830E-4AB691C744AB}">
      <dgm:prSet/>
      <dgm:spPr/>
      <dgm:t>
        <a:bodyPr/>
        <a:lstStyle/>
        <a:p>
          <a:endParaRPr lang="en-US"/>
        </a:p>
      </dgm:t>
    </dgm:pt>
    <dgm:pt modelId="{9102C900-E30F-4FCF-8D64-B678F055CA8D}" type="sibTrans" cxnId="{231AB0E7-2B64-4596-830E-4AB691C744AB}">
      <dgm:prSet/>
      <dgm:spPr/>
      <dgm:t>
        <a:bodyPr/>
        <a:lstStyle/>
        <a:p>
          <a:endParaRPr lang="en-US"/>
        </a:p>
      </dgm:t>
    </dgm:pt>
    <dgm:pt modelId="{BD0FA756-2D58-43B6-AC9B-98014FBD6636}" type="pres">
      <dgm:prSet presAssocID="{1EC6D535-FA23-445E-9414-F6EB399FA2D9}" presName="Name0" presStyleCnt="0">
        <dgm:presLayoutVars>
          <dgm:dir/>
          <dgm:resizeHandles val="exact"/>
        </dgm:presLayoutVars>
      </dgm:prSet>
      <dgm:spPr/>
      <dgm:t>
        <a:bodyPr/>
        <a:lstStyle/>
        <a:p>
          <a:endParaRPr lang="en-US"/>
        </a:p>
      </dgm:t>
    </dgm:pt>
    <dgm:pt modelId="{C7454854-AE95-475C-9B61-87C6518DA9F2}" type="pres">
      <dgm:prSet presAssocID="{B5E6483E-AC94-4E24-82F7-73B2BC50951A}" presName="node" presStyleLbl="node1" presStyleIdx="0" presStyleCnt="1">
        <dgm:presLayoutVars>
          <dgm:bulletEnabled val="1"/>
        </dgm:presLayoutVars>
      </dgm:prSet>
      <dgm:spPr/>
      <dgm:t>
        <a:bodyPr/>
        <a:lstStyle/>
        <a:p>
          <a:endParaRPr lang="en-US"/>
        </a:p>
      </dgm:t>
    </dgm:pt>
  </dgm:ptLst>
  <dgm:cxnLst>
    <dgm:cxn modelId="{231AB0E7-2B64-4596-830E-4AB691C744AB}" srcId="{1EC6D535-FA23-445E-9414-F6EB399FA2D9}" destId="{B5E6483E-AC94-4E24-82F7-73B2BC50951A}" srcOrd="0" destOrd="0" parTransId="{CB76D778-CB31-4F62-BBA9-74F173019E8A}" sibTransId="{9102C900-E30F-4FCF-8D64-B678F055CA8D}"/>
    <dgm:cxn modelId="{26A94F10-FF8A-4083-9F9D-899487C8F4EA}" type="presOf" srcId="{B5E6483E-AC94-4E24-82F7-73B2BC50951A}" destId="{C7454854-AE95-475C-9B61-87C6518DA9F2}" srcOrd="0" destOrd="0" presId="urn:microsoft.com/office/officeart/2005/8/layout/process1"/>
    <dgm:cxn modelId="{822D14BC-FBD0-4CE6-B314-9E552412B457}" type="presOf" srcId="{1EC6D535-FA23-445E-9414-F6EB399FA2D9}" destId="{BD0FA756-2D58-43B6-AC9B-98014FBD6636}" srcOrd="0" destOrd="0" presId="urn:microsoft.com/office/officeart/2005/8/layout/process1"/>
    <dgm:cxn modelId="{9109FACC-4D42-4EE2-8EDB-E3DC41E99C56}" type="presParOf" srcId="{BD0FA756-2D58-43B6-AC9B-98014FBD6636}" destId="{C7454854-AE95-475C-9B61-87C6518DA9F2}"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C4278C8-E84F-4B07-887B-65CE0CEC1BE7}" type="doc">
      <dgm:prSet loTypeId="urn:microsoft.com/office/officeart/2005/8/layout/vList3" loCatId="list" qsTypeId="urn:microsoft.com/office/officeart/2005/8/quickstyle/simple1" qsCatId="simple" csTypeId="urn:microsoft.com/office/officeart/2005/8/colors/colorful4" csCatId="colorful" phldr="1"/>
      <dgm:spPr/>
      <dgm:t>
        <a:bodyPr/>
        <a:lstStyle/>
        <a:p>
          <a:endParaRPr lang="en-US"/>
        </a:p>
      </dgm:t>
    </dgm:pt>
    <dgm:pt modelId="{6F65C7C7-1355-44D9-ABE5-4E92F8CE5BB8}">
      <dgm:prSet>
        <dgm:style>
          <a:lnRef idx="1">
            <a:schemeClr val="accent2"/>
          </a:lnRef>
          <a:fillRef idx="2">
            <a:schemeClr val="accent2"/>
          </a:fillRef>
          <a:effectRef idx="1">
            <a:schemeClr val="accent2"/>
          </a:effectRef>
          <a:fontRef idx="minor">
            <a:schemeClr val="dk1"/>
          </a:fontRef>
        </dgm:style>
      </dgm:prSet>
      <dgm:spPr/>
      <dgm:t>
        <a:bodyPr/>
        <a:lstStyle/>
        <a:p>
          <a:pPr rtl="0"/>
          <a:r>
            <a:rPr lang="en-US" b="1" dirty="0" smtClean="0"/>
            <a:t>1. Symmetric-key cryptography:</a:t>
          </a:r>
          <a:r>
            <a:rPr lang="en-US" dirty="0" smtClean="0"/>
            <a:t> This type of cryptography involves the use of a single key to encrypt and decrypt data. Both the sender and receiver use the same key, which must be kept secret to maintain the security of the communication.</a:t>
          </a:r>
          <a:endParaRPr lang="en-US" dirty="0"/>
        </a:p>
      </dgm:t>
    </dgm:pt>
    <dgm:pt modelId="{6FA537D1-1641-4073-A47F-BC24B84BC536}" type="parTrans" cxnId="{6EA5A423-E91D-4C27-B44D-E84511BFEB44}">
      <dgm:prSet/>
      <dgm:spPr/>
      <dgm:t>
        <a:bodyPr/>
        <a:lstStyle/>
        <a:p>
          <a:endParaRPr lang="en-US"/>
        </a:p>
      </dgm:t>
    </dgm:pt>
    <dgm:pt modelId="{C6B491BB-A499-48FD-9D9C-E7FE360DE795}" type="sibTrans" cxnId="{6EA5A423-E91D-4C27-B44D-E84511BFEB44}">
      <dgm:prSet/>
      <dgm:spPr/>
      <dgm:t>
        <a:bodyPr/>
        <a:lstStyle/>
        <a:p>
          <a:endParaRPr lang="en-US"/>
        </a:p>
      </dgm:t>
    </dgm:pt>
    <dgm:pt modelId="{EB8E52F4-25BC-4755-A9FD-E9B58B35D30C}">
      <dgm:prSet>
        <dgm:style>
          <a:lnRef idx="1">
            <a:schemeClr val="accent6"/>
          </a:lnRef>
          <a:fillRef idx="2">
            <a:schemeClr val="accent6"/>
          </a:fillRef>
          <a:effectRef idx="1">
            <a:schemeClr val="accent6"/>
          </a:effectRef>
          <a:fontRef idx="minor">
            <a:schemeClr val="dk1"/>
          </a:fontRef>
        </dgm:style>
      </dgm:prSet>
      <dgm:spPr/>
      <dgm:t>
        <a:bodyPr/>
        <a:lstStyle/>
        <a:p>
          <a:pPr rtl="0"/>
          <a:r>
            <a:rPr lang="en-US" b="1" dirty="0" smtClean="0"/>
            <a:t>2. Asymmetric-key cryptography: </a:t>
          </a:r>
          <a:r>
            <a:rPr lang="en-US" dirty="0" smtClean="0"/>
            <a:t>Asymmetric-key cryptography, also known as public-key cryptography, uses a pair of keys – a public key and a private key – to encrypt and decrypt data. The public key is available to anyone, while the private key is kept secret by the owner.</a:t>
          </a:r>
          <a:endParaRPr lang="en-US" dirty="0"/>
        </a:p>
      </dgm:t>
    </dgm:pt>
    <dgm:pt modelId="{92AE067B-3E52-4F0A-9AF8-3A0D30B79C36}" type="parTrans" cxnId="{8D319B41-8654-4E24-A32D-15973E6E4304}">
      <dgm:prSet/>
      <dgm:spPr/>
      <dgm:t>
        <a:bodyPr/>
        <a:lstStyle/>
        <a:p>
          <a:endParaRPr lang="en-US"/>
        </a:p>
      </dgm:t>
    </dgm:pt>
    <dgm:pt modelId="{8B537FA0-C267-41DA-AF5C-AFE6E5881793}" type="sibTrans" cxnId="{8D319B41-8654-4E24-A32D-15973E6E4304}">
      <dgm:prSet/>
      <dgm:spPr/>
      <dgm:t>
        <a:bodyPr/>
        <a:lstStyle/>
        <a:p>
          <a:endParaRPr lang="en-US"/>
        </a:p>
      </dgm:t>
    </dgm:pt>
    <dgm:pt modelId="{D801EBF6-8A16-447F-AD06-148A72EE1268}">
      <dgm:prSet>
        <dgm:style>
          <a:lnRef idx="1">
            <a:schemeClr val="dk1"/>
          </a:lnRef>
          <a:fillRef idx="2">
            <a:schemeClr val="dk1"/>
          </a:fillRef>
          <a:effectRef idx="1">
            <a:schemeClr val="dk1"/>
          </a:effectRef>
          <a:fontRef idx="minor">
            <a:schemeClr val="dk1"/>
          </a:fontRef>
        </dgm:style>
      </dgm:prSet>
      <dgm:spPr/>
      <dgm:t>
        <a:bodyPr/>
        <a:lstStyle/>
        <a:p>
          <a:pPr rtl="0"/>
          <a:r>
            <a:rPr lang="en-US" b="1" dirty="0" smtClean="0"/>
            <a:t>3. Hash functions:</a:t>
          </a:r>
          <a:r>
            <a:rPr lang="en-US" dirty="0" smtClean="0"/>
            <a:t> A hash function is a mathematical algorithm that converts data of any size into a fixed-size output. Hash functions are often used to verify the integrity of data and ensure that it has not been tampered with.</a:t>
          </a:r>
          <a:endParaRPr lang="en-US" dirty="0"/>
        </a:p>
      </dgm:t>
    </dgm:pt>
    <dgm:pt modelId="{DEB57CD7-5D32-4561-AA7B-7B6BEDB1C26A}" type="parTrans" cxnId="{B2883645-BDA6-4B4E-9ED9-762532FF13F7}">
      <dgm:prSet/>
      <dgm:spPr/>
      <dgm:t>
        <a:bodyPr/>
        <a:lstStyle/>
        <a:p>
          <a:endParaRPr lang="en-US"/>
        </a:p>
      </dgm:t>
    </dgm:pt>
    <dgm:pt modelId="{4239FC28-656B-4F7D-AD01-6D5BFC51C313}" type="sibTrans" cxnId="{B2883645-BDA6-4B4E-9ED9-762532FF13F7}">
      <dgm:prSet/>
      <dgm:spPr/>
      <dgm:t>
        <a:bodyPr/>
        <a:lstStyle/>
        <a:p>
          <a:endParaRPr lang="en-US"/>
        </a:p>
      </dgm:t>
    </dgm:pt>
    <dgm:pt modelId="{62D772D6-1CEB-400D-A66A-FC421EEC3503}" type="pres">
      <dgm:prSet presAssocID="{6C4278C8-E84F-4B07-887B-65CE0CEC1BE7}" presName="linearFlow" presStyleCnt="0">
        <dgm:presLayoutVars>
          <dgm:dir/>
          <dgm:resizeHandles val="exact"/>
        </dgm:presLayoutVars>
      </dgm:prSet>
      <dgm:spPr/>
      <dgm:t>
        <a:bodyPr/>
        <a:lstStyle/>
        <a:p>
          <a:endParaRPr lang="en-US"/>
        </a:p>
      </dgm:t>
    </dgm:pt>
    <dgm:pt modelId="{E4C7F5E9-5336-4C16-99F0-BBCACB7DCB42}" type="pres">
      <dgm:prSet presAssocID="{6F65C7C7-1355-44D9-ABE5-4E92F8CE5BB8}" presName="composite" presStyleCnt="0"/>
      <dgm:spPr/>
    </dgm:pt>
    <dgm:pt modelId="{670B2B1F-0229-4EAA-84E8-1FF23D0BE60B}" type="pres">
      <dgm:prSet presAssocID="{6F65C7C7-1355-44D9-ABE5-4E92F8CE5BB8}" presName="imgShp" presStyleLbl="fgImgPlace1" presStyleIdx="0" presStyleCnt="3" custScaleX="100626"/>
      <dgm:spPr>
        <a:blipFill rotWithShape="1">
          <a:blip xmlns:r="http://schemas.openxmlformats.org/officeDocument/2006/relationships" r:embed="rId1"/>
          <a:stretch>
            <a:fillRect/>
          </a:stretch>
        </a:blipFill>
      </dgm:spPr>
    </dgm:pt>
    <dgm:pt modelId="{E041CF18-A109-475A-9417-A438878FF008}" type="pres">
      <dgm:prSet presAssocID="{6F65C7C7-1355-44D9-ABE5-4E92F8CE5BB8}" presName="txShp" presStyleLbl="node1" presStyleIdx="0" presStyleCnt="3">
        <dgm:presLayoutVars>
          <dgm:bulletEnabled val="1"/>
        </dgm:presLayoutVars>
      </dgm:prSet>
      <dgm:spPr/>
      <dgm:t>
        <a:bodyPr/>
        <a:lstStyle/>
        <a:p>
          <a:endParaRPr lang="en-US"/>
        </a:p>
      </dgm:t>
    </dgm:pt>
    <dgm:pt modelId="{8683621A-54F9-443A-91B3-03CFCD9361D9}" type="pres">
      <dgm:prSet presAssocID="{C6B491BB-A499-48FD-9D9C-E7FE360DE795}" presName="spacing" presStyleCnt="0"/>
      <dgm:spPr/>
    </dgm:pt>
    <dgm:pt modelId="{012FB7E6-7A42-4225-B9E2-89028456F340}" type="pres">
      <dgm:prSet presAssocID="{EB8E52F4-25BC-4755-A9FD-E9B58B35D30C}" presName="composite" presStyleCnt="0"/>
      <dgm:spPr/>
    </dgm:pt>
    <dgm:pt modelId="{76A5F698-6727-4531-9B24-26EE4099F84E}" type="pres">
      <dgm:prSet presAssocID="{EB8E52F4-25BC-4755-A9FD-E9B58B35D30C}" presName="imgShp" presStyleLbl="fgImgPlace1" presStyleIdx="1" presStyleCnt="3" custAng="0"/>
      <dgm:spPr>
        <a:blipFill rotWithShape="1">
          <a:blip xmlns:r="http://schemas.openxmlformats.org/officeDocument/2006/relationships" r:embed="rId2"/>
          <a:stretch>
            <a:fillRect/>
          </a:stretch>
        </a:blipFill>
      </dgm:spPr>
    </dgm:pt>
    <dgm:pt modelId="{3EE9E55F-D734-48AC-BAF0-059376851BA2}" type="pres">
      <dgm:prSet presAssocID="{EB8E52F4-25BC-4755-A9FD-E9B58B35D30C}" presName="txShp" presStyleLbl="node1" presStyleIdx="1" presStyleCnt="3">
        <dgm:presLayoutVars>
          <dgm:bulletEnabled val="1"/>
        </dgm:presLayoutVars>
      </dgm:prSet>
      <dgm:spPr/>
      <dgm:t>
        <a:bodyPr/>
        <a:lstStyle/>
        <a:p>
          <a:endParaRPr lang="en-US"/>
        </a:p>
      </dgm:t>
    </dgm:pt>
    <dgm:pt modelId="{BAD16E15-784C-44AA-B054-A2EACE3D8B5C}" type="pres">
      <dgm:prSet presAssocID="{8B537FA0-C267-41DA-AF5C-AFE6E5881793}" presName="spacing" presStyleCnt="0"/>
      <dgm:spPr/>
    </dgm:pt>
    <dgm:pt modelId="{CBCED726-B92D-45DB-8A17-8D2ADD231551}" type="pres">
      <dgm:prSet presAssocID="{D801EBF6-8A16-447F-AD06-148A72EE1268}" presName="composite" presStyleCnt="0"/>
      <dgm:spPr/>
    </dgm:pt>
    <dgm:pt modelId="{8F090F4D-8E3B-487C-95D3-1E37595B774E}" type="pres">
      <dgm:prSet presAssocID="{D801EBF6-8A16-447F-AD06-148A72EE1268}" presName="imgShp" presStyleLbl="fgImgPlace1" presStyleIdx="2" presStyleCnt="3"/>
      <dgm:spPr>
        <a:blipFill rotWithShape="1">
          <a:blip xmlns:r="http://schemas.openxmlformats.org/officeDocument/2006/relationships" r:embed="rId3"/>
          <a:stretch>
            <a:fillRect/>
          </a:stretch>
        </a:blipFill>
      </dgm:spPr>
    </dgm:pt>
    <dgm:pt modelId="{A51CBE1A-F517-4B7B-BB8A-4064BF6EAB45}" type="pres">
      <dgm:prSet presAssocID="{D801EBF6-8A16-447F-AD06-148A72EE1268}" presName="txShp" presStyleLbl="node1" presStyleIdx="2" presStyleCnt="3">
        <dgm:presLayoutVars>
          <dgm:bulletEnabled val="1"/>
        </dgm:presLayoutVars>
      </dgm:prSet>
      <dgm:spPr/>
      <dgm:t>
        <a:bodyPr/>
        <a:lstStyle/>
        <a:p>
          <a:endParaRPr lang="en-US"/>
        </a:p>
      </dgm:t>
    </dgm:pt>
  </dgm:ptLst>
  <dgm:cxnLst>
    <dgm:cxn modelId="{8D319B41-8654-4E24-A32D-15973E6E4304}" srcId="{6C4278C8-E84F-4B07-887B-65CE0CEC1BE7}" destId="{EB8E52F4-25BC-4755-A9FD-E9B58B35D30C}" srcOrd="1" destOrd="0" parTransId="{92AE067B-3E52-4F0A-9AF8-3A0D30B79C36}" sibTransId="{8B537FA0-C267-41DA-AF5C-AFE6E5881793}"/>
    <dgm:cxn modelId="{6EA5A423-E91D-4C27-B44D-E84511BFEB44}" srcId="{6C4278C8-E84F-4B07-887B-65CE0CEC1BE7}" destId="{6F65C7C7-1355-44D9-ABE5-4E92F8CE5BB8}" srcOrd="0" destOrd="0" parTransId="{6FA537D1-1641-4073-A47F-BC24B84BC536}" sibTransId="{C6B491BB-A499-48FD-9D9C-E7FE360DE795}"/>
    <dgm:cxn modelId="{B2883645-BDA6-4B4E-9ED9-762532FF13F7}" srcId="{6C4278C8-E84F-4B07-887B-65CE0CEC1BE7}" destId="{D801EBF6-8A16-447F-AD06-148A72EE1268}" srcOrd="2" destOrd="0" parTransId="{DEB57CD7-5D32-4561-AA7B-7B6BEDB1C26A}" sibTransId="{4239FC28-656B-4F7D-AD01-6D5BFC51C313}"/>
    <dgm:cxn modelId="{7491BDDF-5FB3-472A-9B6B-570A91D68F8A}" type="presOf" srcId="{6C4278C8-E84F-4B07-887B-65CE0CEC1BE7}" destId="{62D772D6-1CEB-400D-A66A-FC421EEC3503}" srcOrd="0" destOrd="0" presId="urn:microsoft.com/office/officeart/2005/8/layout/vList3"/>
    <dgm:cxn modelId="{AAA60A4A-4E82-47C7-A763-77E969189A90}" type="presOf" srcId="{D801EBF6-8A16-447F-AD06-148A72EE1268}" destId="{A51CBE1A-F517-4B7B-BB8A-4064BF6EAB45}" srcOrd="0" destOrd="0" presId="urn:microsoft.com/office/officeart/2005/8/layout/vList3"/>
    <dgm:cxn modelId="{06CC2032-2BAD-47E0-A8A3-2C11645A5768}" type="presOf" srcId="{6F65C7C7-1355-44D9-ABE5-4E92F8CE5BB8}" destId="{E041CF18-A109-475A-9417-A438878FF008}" srcOrd="0" destOrd="0" presId="urn:microsoft.com/office/officeart/2005/8/layout/vList3"/>
    <dgm:cxn modelId="{9E93CA34-293A-4E94-ADF1-702CCA905805}" type="presOf" srcId="{EB8E52F4-25BC-4755-A9FD-E9B58B35D30C}" destId="{3EE9E55F-D734-48AC-BAF0-059376851BA2}" srcOrd="0" destOrd="0" presId="urn:microsoft.com/office/officeart/2005/8/layout/vList3"/>
    <dgm:cxn modelId="{DFDAC454-563A-4F74-986F-B7FD158DAB9F}" type="presParOf" srcId="{62D772D6-1CEB-400D-A66A-FC421EEC3503}" destId="{E4C7F5E9-5336-4C16-99F0-BBCACB7DCB42}" srcOrd="0" destOrd="0" presId="urn:microsoft.com/office/officeart/2005/8/layout/vList3"/>
    <dgm:cxn modelId="{65F2DC61-F805-485F-93A7-4D4CB6814B57}" type="presParOf" srcId="{E4C7F5E9-5336-4C16-99F0-BBCACB7DCB42}" destId="{670B2B1F-0229-4EAA-84E8-1FF23D0BE60B}" srcOrd="0" destOrd="0" presId="urn:microsoft.com/office/officeart/2005/8/layout/vList3"/>
    <dgm:cxn modelId="{20D44DA3-F0ED-4C07-977E-FA456504D512}" type="presParOf" srcId="{E4C7F5E9-5336-4C16-99F0-BBCACB7DCB42}" destId="{E041CF18-A109-475A-9417-A438878FF008}" srcOrd="1" destOrd="0" presId="urn:microsoft.com/office/officeart/2005/8/layout/vList3"/>
    <dgm:cxn modelId="{F06D4112-AE5B-404C-9386-3039F2C7EB7B}" type="presParOf" srcId="{62D772D6-1CEB-400D-A66A-FC421EEC3503}" destId="{8683621A-54F9-443A-91B3-03CFCD9361D9}" srcOrd="1" destOrd="0" presId="urn:microsoft.com/office/officeart/2005/8/layout/vList3"/>
    <dgm:cxn modelId="{B8057EBB-BBE0-4EBF-90E8-147B35837546}" type="presParOf" srcId="{62D772D6-1CEB-400D-A66A-FC421EEC3503}" destId="{012FB7E6-7A42-4225-B9E2-89028456F340}" srcOrd="2" destOrd="0" presId="urn:microsoft.com/office/officeart/2005/8/layout/vList3"/>
    <dgm:cxn modelId="{64025D39-D82D-4B0E-9EFF-3C42A5BD0719}" type="presParOf" srcId="{012FB7E6-7A42-4225-B9E2-89028456F340}" destId="{76A5F698-6727-4531-9B24-26EE4099F84E}" srcOrd="0" destOrd="0" presId="urn:microsoft.com/office/officeart/2005/8/layout/vList3"/>
    <dgm:cxn modelId="{A2628749-29E1-42B7-9B04-788B893757A3}" type="presParOf" srcId="{012FB7E6-7A42-4225-B9E2-89028456F340}" destId="{3EE9E55F-D734-48AC-BAF0-059376851BA2}" srcOrd="1" destOrd="0" presId="urn:microsoft.com/office/officeart/2005/8/layout/vList3"/>
    <dgm:cxn modelId="{C8C4F1C2-A86E-4CAC-8A62-C4BC2F6C55C5}" type="presParOf" srcId="{62D772D6-1CEB-400D-A66A-FC421EEC3503}" destId="{BAD16E15-784C-44AA-B054-A2EACE3D8B5C}" srcOrd="3" destOrd="0" presId="urn:microsoft.com/office/officeart/2005/8/layout/vList3"/>
    <dgm:cxn modelId="{1397F6F3-2D7E-4475-BE53-42C3C2FEA7A8}" type="presParOf" srcId="{62D772D6-1CEB-400D-A66A-FC421EEC3503}" destId="{CBCED726-B92D-45DB-8A17-8D2ADD231551}" srcOrd="4" destOrd="0" presId="urn:microsoft.com/office/officeart/2005/8/layout/vList3"/>
    <dgm:cxn modelId="{BA982216-8784-4492-9B70-355EA5F8B17C}" type="presParOf" srcId="{CBCED726-B92D-45DB-8A17-8D2ADD231551}" destId="{8F090F4D-8E3B-487C-95D3-1E37595B774E}" srcOrd="0" destOrd="0" presId="urn:microsoft.com/office/officeart/2005/8/layout/vList3"/>
    <dgm:cxn modelId="{3F37B4C3-E623-402D-B71C-393ED3759A3F}" type="presParOf" srcId="{CBCED726-B92D-45DB-8A17-8D2ADD231551}" destId="{A51CBE1A-F517-4B7B-BB8A-4064BF6EAB45}"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2ECBE11-114B-497D-A2CF-35FD3EC81E1A}" type="doc">
      <dgm:prSet loTypeId="urn:microsoft.com/office/officeart/2008/layout/VerticalAccentList" loCatId="list" qsTypeId="urn:microsoft.com/office/officeart/2005/8/quickstyle/simple3" qsCatId="simple" csTypeId="urn:microsoft.com/office/officeart/2005/8/colors/accent1_2" csCatId="accent1" phldr="1"/>
      <dgm:spPr/>
      <dgm:t>
        <a:bodyPr/>
        <a:lstStyle/>
        <a:p>
          <a:endParaRPr lang="en-US"/>
        </a:p>
      </dgm:t>
    </dgm:pt>
    <dgm:pt modelId="{D1F94711-66D3-48DF-A15E-FDC2A89C49DE}">
      <dgm:prSet>
        <dgm:style>
          <a:lnRef idx="0">
            <a:scrgbClr r="0" g="0" b="0"/>
          </a:lnRef>
          <a:fillRef idx="0">
            <a:scrgbClr r="0" g="0" b="0"/>
          </a:fillRef>
          <a:effectRef idx="0">
            <a:scrgbClr r="0" g="0" b="0"/>
          </a:effectRef>
          <a:fontRef idx="minor">
            <a:schemeClr val="accent3"/>
          </a:fontRef>
        </dgm:style>
      </dgm:prSet>
      <dgm:spPr>
        <a:noFill/>
        <a:ln>
          <a:noFill/>
        </a:ln>
      </dgm:spPr>
      <dgm:t>
        <a:bodyPr/>
        <a:lstStyle/>
        <a:p>
          <a:pPr rtl="0"/>
          <a:r>
            <a:rPr lang="en-US" b="1" baseline="0" dirty="0" smtClean="0">
              <a:solidFill>
                <a:srgbClr val="FFFF00"/>
              </a:solidFill>
            </a:rPr>
            <a:t>Encryption and Decryption</a:t>
          </a:r>
          <a:endParaRPr lang="en-US" dirty="0">
            <a:solidFill>
              <a:srgbClr val="FFFF00"/>
            </a:solidFill>
          </a:endParaRPr>
        </a:p>
      </dgm:t>
    </dgm:pt>
    <dgm:pt modelId="{B011FF13-50C9-4E6A-B935-23ADF3EAB230}" type="parTrans" cxnId="{6552344D-C228-4DF5-A10B-2C19ED7981E1}">
      <dgm:prSet/>
      <dgm:spPr/>
      <dgm:t>
        <a:bodyPr/>
        <a:lstStyle/>
        <a:p>
          <a:endParaRPr lang="en-US"/>
        </a:p>
      </dgm:t>
    </dgm:pt>
    <dgm:pt modelId="{18A124C1-AEB7-4BC5-AEFE-310DB381C2D5}" type="sibTrans" cxnId="{6552344D-C228-4DF5-A10B-2C19ED7981E1}">
      <dgm:prSet/>
      <dgm:spPr/>
      <dgm:t>
        <a:bodyPr/>
        <a:lstStyle/>
        <a:p>
          <a:endParaRPr lang="en-US"/>
        </a:p>
      </dgm:t>
    </dgm:pt>
    <dgm:pt modelId="{88455BC4-FCCD-4B53-AD09-91D977F83251}" type="pres">
      <dgm:prSet presAssocID="{82ECBE11-114B-497D-A2CF-35FD3EC81E1A}" presName="Name0" presStyleCnt="0">
        <dgm:presLayoutVars>
          <dgm:chMax/>
          <dgm:chPref/>
          <dgm:dir/>
        </dgm:presLayoutVars>
      </dgm:prSet>
      <dgm:spPr/>
      <dgm:t>
        <a:bodyPr/>
        <a:lstStyle/>
        <a:p>
          <a:endParaRPr lang="en-US"/>
        </a:p>
      </dgm:t>
    </dgm:pt>
    <dgm:pt modelId="{E8CB0D22-6797-404B-80BB-A19EADC6B6E1}" type="pres">
      <dgm:prSet presAssocID="{D1F94711-66D3-48DF-A15E-FDC2A89C49DE}" presName="parenttextcomposite" presStyleCnt="0"/>
      <dgm:spPr/>
    </dgm:pt>
    <dgm:pt modelId="{03A2E505-0D7A-47BD-898E-C70279B00562}" type="pres">
      <dgm:prSet presAssocID="{D1F94711-66D3-48DF-A15E-FDC2A89C49DE}" presName="parenttext" presStyleLbl="revTx" presStyleIdx="0" presStyleCnt="1">
        <dgm:presLayoutVars>
          <dgm:chMax/>
          <dgm:chPref val="2"/>
          <dgm:bulletEnabled val="1"/>
        </dgm:presLayoutVars>
      </dgm:prSet>
      <dgm:spPr/>
      <dgm:t>
        <a:bodyPr/>
        <a:lstStyle/>
        <a:p>
          <a:endParaRPr lang="en-US"/>
        </a:p>
      </dgm:t>
    </dgm:pt>
    <dgm:pt modelId="{C79EFBE6-EBE4-43D8-9E75-2D6E8B5BF4FE}" type="pres">
      <dgm:prSet presAssocID="{D1F94711-66D3-48DF-A15E-FDC2A89C49DE}" presName="parallelogramComposite" presStyleCnt="0"/>
      <dgm:spPr/>
    </dgm:pt>
    <dgm:pt modelId="{D97BD370-B898-4622-B66B-D023904506CC}" type="pres">
      <dgm:prSet presAssocID="{D1F94711-66D3-48DF-A15E-FDC2A89C49DE}" presName="parallelogram1" presStyleLbl="alignNode1" presStyleIdx="0" presStyleCnt="7"/>
      <dgm:spPr/>
    </dgm:pt>
    <dgm:pt modelId="{55B4CBC9-1214-4A35-BCCD-1506727A6B09}" type="pres">
      <dgm:prSet presAssocID="{D1F94711-66D3-48DF-A15E-FDC2A89C49DE}" presName="parallelogram2" presStyleLbl="alignNode1" presStyleIdx="1" presStyleCnt="7"/>
      <dgm:spPr/>
    </dgm:pt>
    <dgm:pt modelId="{6A7C362C-3567-411C-A27B-895A299CE931}" type="pres">
      <dgm:prSet presAssocID="{D1F94711-66D3-48DF-A15E-FDC2A89C49DE}" presName="parallelogram3" presStyleLbl="alignNode1" presStyleIdx="2" presStyleCnt="7"/>
      <dgm:spPr/>
    </dgm:pt>
    <dgm:pt modelId="{827415DB-CD6C-4221-A623-7FDA761ED778}" type="pres">
      <dgm:prSet presAssocID="{D1F94711-66D3-48DF-A15E-FDC2A89C49DE}" presName="parallelogram4" presStyleLbl="alignNode1" presStyleIdx="3" presStyleCnt="7"/>
      <dgm:spPr/>
    </dgm:pt>
    <dgm:pt modelId="{59DFB915-3BE9-493D-AFC9-A94606C490EA}" type="pres">
      <dgm:prSet presAssocID="{D1F94711-66D3-48DF-A15E-FDC2A89C49DE}" presName="parallelogram5" presStyleLbl="alignNode1" presStyleIdx="4" presStyleCnt="7"/>
      <dgm:spPr/>
    </dgm:pt>
    <dgm:pt modelId="{7B7F629D-0F7D-4500-A70E-D447EC9C6C98}" type="pres">
      <dgm:prSet presAssocID="{D1F94711-66D3-48DF-A15E-FDC2A89C49DE}" presName="parallelogram6" presStyleLbl="alignNode1" presStyleIdx="5" presStyleCnt="7"/>
      <dgm:spPr/>
    </dgm:pt>
    <dgm:pt modelId="{2ACD36F7-1E02-49C4-83C7-29D1BF4224B4}" type="pres">
      <dgm:prSet presAssocID="{D1F94711-66D3-48DF-A15E-FDC2A89C49DE}" presName="parallelogram7" presStyleLbl="alignNode1" presStyleIdx="6" presStyleCnt="7"/>
      <dgm:spPr/>
    </dgm:pt>
  </dgm:ptLst>
  <dgm:cxnLst>
    <dgm:cxn modelId="{B7548560-5B5B-4E08-B955-419F9F96984E}" type="presOf" srcId="{82ECBE11-114B-497D-A2CF-35FD3EC81E1A}" destId="{88455BC4-FCCD-4B53-AD09-91D977F83251}" srcOrd="0" destOrd="0" presId="urn:microsoft.com/office/officeart/2008/layout/VerticalAccentList"/>
    <dgm:cxn modelId="{6552344D-C228-4DF5-A10B-2C19ED7981E1}" srcId="{82ECBE11-114B-497D-A2CF-35FD3EC81E1A}" destId="{D1F94711-66D3-48DF-A15E-FDC2A89C49DE}" srcOrd="0" destOrd="0" parTransId="{B011FF13-50C9-4E6A-B935-23ADF3EAB230}" sibTransId="{18A124C1-AEB7-4BC5-AEFE-310DB381C2D5}"/>
    <dgm:cxn modelId="{C603F449-38DA-40EF-B4B2-068C881F6031}" type="presOf" srcId="{D1F94711-66D3-48DF-A15E-FDC2A89C49DE}" destId="{03A2E505-0D7A-47BD-898E-C70279B00562}" srcOrd="0" destOrd="0" presId="urn:microsoft.com/office/officeart/2008/layout/VerticalAccentList"/>
    <dgm:cxn modelId="{E6A90630-974D-43C4-A874-DCCD027A9FC8}" type="presParOf" srcId="{88455BC4-FCCD-4B53-AD09-91D977F83251}" destId="{E8CB0D22-6797-404B-80BB-A19EADC6B6E1}" srcOrd="0" destOrd="0" presId="urn:microsoft.com/office/officeart/2008/layout/VerticalAccentList"/>
    <dgm:cxn modelId="{4C43B253-15A3-409C-84C8-075E20C3A743}" type="presParOf" srcId="{E8CB0D22-6797-404B-80BB-A19EADC6B6E1}" destId="{03A2E505-0D7A-47BD-898E-C70279B00562}" srcOrd="0" destOrd="0" presId="urn:microsoft.com/office/officeart/2008/layout/VerticalAccentList"/>
    <dgm:cxn modelId="{924AAE17-3A8C-4860-B9AF-DB64CD9B61A3}" type="presParOf" srcId="{88455BC4-FCCD-4B53-AD09-91D977F83251}" destId="{C79EFBE6-EBE4-43D8-9E75-2D6E8B5BF4FE}" srcOrd="1" destOrd="0" presId="urn:microsoft.com/office/officeart/2008/layout/VerticalAccentList"/>
    <dgm:cxn modelId="{CB862638-3413-4149-93CB-E216C5032182}" type="presParOf" srcId="{C79EFBE6-EBE4-43D8-9E75-2D6E8B5BF4FE}" destId="{D97BD370-B898-4622-B66B-D023904506CC}" srcOrd="0" destOrd="0" presId="urn:microsoft.com/office/officeart/2008/layout/VerticalAccentList"/>
    <dgm:cxn modelId="{91757439-91D5-4A9E-82E8-746642C7A7E9}" type="presParOf" srcId="{C79EFBE6-EBE4-43D8-9E75-2D6E8B5BF4FE}" destId="{55B4CBC9-1214-4A35-BCCD-1506727A6B09}" srcOrd="1" destOrd="0" presId="urn:microsoft.com/office/officeart/2008/layout/VerticalAccentList"/>
    <dgm:cxn modelId="{9BBE9AFC-8542-491D-B6D8-35B1D940EB1E}" type="presParOf" srcId="{C79EFBE6-EBE4-43D8-9E75-2D6E8B5BF4FE}" destId="{6A7C362C-3567-411C-A27B-895A299CE931}" srcOrd="2" destOrd="0" presId="urn:microsoft.com/office/officeart/2008/layout/VerticalAccentList"/>
    <dgm:cxn modelId="{F6B03BCA-2C19-45FF-A444-76A3EAE16DA0}" type="presParOf" srcId="{C79EFBE6-EBE4-43D8-9E75-2D6E8B5BF4FE}" destId="{827415DB-CD6C-4221-A623-7FDA761ED778}" srcOrd="3" destOrd="0" presId="urn:microsoft.com/office/officeart/2008/layout/VerticalAccentList"/>
    <dgm:cxn modelId="{711DCB39-283D-4097-B041-6FEDB7ECC4CC}" type="presParOf" srcId="{C79EFBE6-EBE4-43D8-9E75-2D6E8B5BF4FE}" destId="{59DFB915-3BE9-493D-AFC9-A94606C490EA}" srcOrd="4" destOrd="0" presId="urn:microsoft.com/office/officeart/2008/layout/VerticalAccentList"/>
    <dgm:cxn modelId="{96A3AD09-0422-40CD-8E59-77951FBF1D89}" type="presParOf" srcId="{C79EFBE6-EBE4-43D8-9E75-2D6E8B5BF4FE}" destId="{7B7F629D-0F7D-4500-A70E-D447EC9C6C98}" srcOrd="5" destOrd="0" presId="urn:microsoft.com/office/officeart/2008/layout/VerticalAccentList"/>
    <dgm:cxn modelId="{0AF413F4-F8C6-448A-AEBC-04CF2EA5C3D6}" type="presParOf" srcId="{C79EFBE6-EBE4-43D8-9E75-2D6E8B5BF4FE}" destId="{2ACD36F7-1E02-49C4-83C7-29D1BF4224B4}" srcOrd="6" destOrd="0" presId="urn:microsoft.com/office/officeart/2008/layout/Vertical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B03217E-D168-46C5-B3F8-438889D2CDDF}"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en-US"/>
        </a:p>
      </dgm:t>
    </dgm:pt>
    <dgm:pt modelId="{D0D91CA4-FAC9-4D75-A4E8-0EC1C93A8048}">
      <dgm:prSet/>
      <dgm:spPr/>
      <dgm:t>
        <a:bodyPr/>
        <a:lstStyle/>
        <a:p>
          <a:pPr rtl="0"/>
          <a:r>
            <a:rPr lang="en-US" smtClean="0"/>
            <a:t>Cryptography involves two phases at its most fundamental level: </a:t>
          </a:r>
          <a:r>
            <a:rPr lang="en-US" b="1" smtClean="0"/>
            <a:t>Encryption and Decryption</a:t>
          </a:r>
          <a:r>
            <a:rPr lang="en-US" smtClean="0"/>
            <a:t>.</a:t>
          </a:r>
          <a:endParaRPr lang="en-US"/>
        </a:p>
      </dgm:t>
    </dgm:pt>
    <dgm:pt modelId="{15737EFF-8139-4790-97E7-C29B54DFD128}" type="parTrans" cxnId="{D5BF7B5B-3F03-4508-8048-1E9F818B7AAA}">
      <dgm:prSet/>
      <dgm:spPr/>
      <dgm:t>
        <a:bodyPr/>
        <a:lstStyle/>
        <a:p>
          <a:endParaRPr lang="en-US"/>
        </a:p>
      </dgm:t>
    </dgm:pt>
    <dgm:pt modelId="{B5299852-B870-4451-B765-936134AE1F53}" type="sibTrans" cxnId="{D5BF7B5B-3F03-4508-8048-1E9F818B7AAA}">
      <dgm:prSet/>
      <dgm:spPr/>
      <dgm:t>
        <a:bodyPr/>
        <a:lstStyle/>
        <a:p>
          <a:endParaRPr lang="en-US"/>
        </a:p>
      </dgm:t>
    </dgm:pt>
    <dgm:pt modelId="{3A2AA18A-4126-43E9-AF1A-EE6CD9204956}">
      <dgm:prSet/>
      <dgm:spPr/>
      <dgm:t>
        <a:bodyPr/>
        <a:lstStyle/>
        <a:p>
          <a:pPr rtl="0"/>
          <a:r>
            <a:rPr lang="en-US" smtClean="0"/>
            <a:t>Encryption uses a cipher to encrypt and transform the plaintext into ciphertext. On the other hand, decryption transforms the ciphertext into plaintext by employing the same cipher.</a:t>
          </a:r>
          <a:endParaRPr lang="en-US"/>
        </a:p>
      </dgm:t>
    </dgm:pt>
    <dgm:pt modelId="{20F83B74-2B30-4B4C-934C-8788CBA88FE0}" type="parTrans" cxnId="{541786C4-1F99-4573-A741-9CD56E294DCD}">
      <dgm:prSet/>
      <dgm:spPr/>
      <dgm:t>
        <a:bodyPr/>
        <a:lstStyle/>
        <a:p>
          <a:endParaRPr lang="en-US"/>
        </a:p>
      </dgm:t>
    </dgm:pt>
    <dgm:pt modelId="{545C924F-0F92-4A91-97C2-D77B93F00AE7}" type="sibTrans" cxnId="{541786C4-1F99-4573-A741-9CD56E294DCD}">
      <dgm:prSet/>
      <dgm:spPr/>
      <dgm:t>
        <a:bodyPr/>
        <a:lstStyle/>
        <a:p>
          <a:endParaRPr lang="en-US"/>
        </a:p>
      </dgm:t>
    </dgm:pt>
    <dgm:pt modelId="{8594EEB8-A6FD-4E2F-AD31-3715A156E12D}" type="pres">
      <dgm:prSet presAssocID="{7B03217E-D168-46C5-B3F8-438889D2CDDF}" presName="Name0" presStyleCnt="0">
        <dgm:presLayoutVars>
          <dgm:dir/>
          <dgm:resizeHandles val="exact"/>
        </dgm:presLayoutVars>
      </dgm:prSet>
      <dgm:spPr/>
      <dgm:t>
        <a:bodyPr/>
        <a:lstStyle/>
        <a:p>
          <a:endParaRPr lang="en-US"/>
        </a:p>
      </dgm:t>
    </dgm:pt>
    <dgm:pt modelId="{253CE629-4EAA-478C-AD36-341A8E268C54}" type="pres">
      <dgm:prSet presAssocID="{7B03217E-D168-46C5-B3F8-438889D2CDDF}" presName="arrow" presStyleLbl="bgShp" presStyleIdx="0" presStyleCnt="1"/>
      <dgm:spPr/>
    </dgm:pt>
    <dgm:pt modelId="{C2C48F05-1598-43B6-BA64-4D35BB2AE731}" type="pres">
      <dgm:prSet presAssocID="{7B03217E-D168-46C5-B3F8-438889D2CDDF}" presName="points" presStyleCnt="0"/>
      <dgm:spPr/>
    </dgm:pt>
    <dgm:pt modelId="{B4DB0E89-5F97-4F43-BF58-6BD263673638}" type="pres">
      <dgm:prSet presAssocID="{D0D91CA4-FAC9-4D75-A4E8-0EC1C93A8048}" presName="compositeA" presStyleCnt="0"/>
      <dgm:spPr/>
    </dgm:pt>
    <dgm:pt modelId="{E5715561-201C-41CC-8203-A447724122CE}" type="pres">
      <dgm:prSet presAssocID="{D0D91CA4-FAC9-4D75-A4E8-0EC1C93A8048}" presName="textA" presStyleLbl="revTx" presStyleIdx="0" presStyleCnt="2">
        <dgm:presLayoutVars>
          <dgm:bulletEnabled val="1"/>
        </dgm:presLayoutVars>
      </dgm:prSet>
      <dgm:spPr/>
      <dgm:t>
        <a:bodyPr/>
        <a:lstStyle/>
        <a:p>
          <a:endParaRPr lang="en-US"/>
        </a:p>
      </dgm:t>
    </dgm:pt>
    <dgm:pt modelId="{AB7F4581-DCA1-4742-848F-3F5E4E447FC2}" type="pres">
      <dgm:prSet presAssocID="{D0D91CA4-FAC9-4D75-A4E8-0EC1C93A8048}" presName="circleA" presStyleLbl="node1" presStyleIdx="0" presStyleCnt="2"/>
      <dgm:spPr/>
    </dgm:pt>
    <dgm:pt modelId="{BC51B518-6791-4DE8-A7CA-1419DDF65606}" type="pres">
      <dgm:prSet presAssocID="{D0D91CA4-FAC9-4D75-A4E8-0EC1C93A8048}" presName="spaceA" presStyleCnt="0"/>
      <dgm:spPr/>
    </dgm:pt>
    <dgm:pt modelId="{9F98F393-BE1A-44BC-ACB0-E1E1E7ADAF45}" type="pres">
      <dgm:prSet presAssocID="{B5299852-B870-4451-B765-936134AE1F53}" presName="space" presStyleCnt="0"/>
      <dgm:spPr/>
    </dgm:pt>
    <dgm:pt modelId="{8D31EF9B-054E-4AEA-B708-8FCEC5CC67C0}" type="pres">
      <dgm:prSet presAssocID="{3A2AA18A-4126-43E9-AF1A-EE6CD9204956}" presName="compositeB" presStyleCnt="0"/>
      <dgm:spPr/>
    </dgm:pt>
    <dgm:pt modelId="{6E0F40A4-4EDB-494A-91E6-99AC4530CF82}" type="pres">
      <dgm:prSet presAssocID="{3A2AA18A-4126-43E9-AF1A-EE6CD9204956}" presName="textB" presStyleLbl="revTx" presStyleIdx="1" presStyleCnt="2">
        <dgm:presLayoutVars>
          <dgm:bulletEnabled val="1"/>
        </dgm:presLayoutVars>
      </dgm:prSet>
      <dgm:spPr/>
      <dgm:t>
        <a:bodyPr/>
        <a:lstStyle/>
        <a:p>
          <a:endParaRPr lang="en-US"/>
        </a:p>
      </dgm:t>
    </dgm:pt>
    <dgm:pt modelId="{C444CA66-E2C9-4F50-B48C-C285AF346943}" type="pres">
      <dgm:prSet presAssocID="{3A2AA18A-4126-43E9-AF1A-EE6CD9204956}" presName="circleB" presStyleLbl="node1" presStyleIdx="1" presStyleCnt="2"/>
      <dgm:spPr/>
    </dgm:pt>
    <dgm:pt modelId="{1BD79EB9-1E2C-446E-93A3-9285CFDA9ED1}" type="pres">
      <dgm:prSet presAssocID="{3A2AA18A-4126-43E9-AF1A-EE6CD9204956}" presName="spaceB" presStyleCnt="0"/>
      <dgm:spPr/>
    </dgm:pt>
  </dgm:ptLst>
  <dgm:cxnLst>
    <dgm:cxn modelId="{234EED4C-15A9-4844-90A5-9F41D4760A6A}" type="presOf" srcId="{3A2AA18A-4126-43E9-AF1A-EE6CD9204956}" destId="{6E0F40A4-4EDB-494A-91E6-99AC4530CF82}" srcOrd="0" destOrd="0" presId="urn:microsoft.com/office/officeart/2005/8/layout/hProcess11"/>
    <dgm:cxn modelId="{6D8051DD-0468-4FF9-A519-63902027E7E4}" type="presOf" srcId="{7B03217E-D168-46C5-B3F8-438889D2CDDF}" destId="{8594EEB8-A6FD-4E2F-AD31-3715A156E12D}" srcOrd="0" destOrd="0" presId="urn:microsoft.com/office/officeart/2005/8/layout/hProcess11"/>
    <dgm:cxn modelId="{990508A8-EC64-45E2-857F-F52C503C7F1D}" type="presOf" srcId="{D0D91CA4-FAC9-4D75-A4E8-0EC1C93A8048}" destId="{E5715561-201C-41CC-8203-A447724122CE}" srcOrd="0" destOrd="0" presId="urn:microsoft.com/office/officeart/2005/8/layout/hProcess11"/>
    <dgm:cxn modelId="{541786C4-1F99-4573-A741-9CD56E294DCD}" srcId="{7B03217E-D168-46C5-B3F8-438889D2CDDF}" destId="{3A2AA18A-4126-43E9-AF1A-EE6CD9204956}" srcOrd="1" destOrd="0" parTransId="{20F83B74-2B30-4B4C-934C-8788CBA88FE0}" sibTransId="{545C924F-0F92-4A91-97C2-D77B93F00AE7}"/>
    <dgm:cxn modelId="{D5BF7B5B-3F03-4508-8048-1E9F818B7AAA}" srcId="{7B03217E-D168-46C5-B3F8-438889D2CDDF}" destId="{D0D91CA4-FAC9-4D75-A4E8-0EC1C93A8048}" srcOrd="0" destOrd="0" parTransId="{15737EFF-8139-4790-97E7-C29B54DFD128}" sibTransId="{B5299852-B870-4451-B765-936134AE1F53}"/>
    <dgm:cxn modelId="{1A17AA33-E2D6-49BA-BE1E-F3420718EF25}" type="presParOf" srcId="{8594EEB8-A6FD-4E2F-AD31-3715A156E12D}" destId="{253CE629-4EAA-478C-AD36-341A8E268C54}" srcOrd="0" destOrd="0" presId="urn:microsoft.com/office/officeart/2005/8/layout/hProcess11"/>
    <dgm:cxn modelId="{754D44D9-DBF0-46D9-B4A3-7DC686FC7EE2}" type="presParOf" srcId="{8594EEB8-A6FD-4E2F-AD31-3715A156E12D}" destId="{C2C48F05-1598-43B6-BA64-4D35BB2AE731}" srcOrd="1" destOrd="0" presId="urn:microsoft.com/office/officeart/2005/8/layout/hProcess11"/>
    <dgm:cxn modelId="{C211F275-701D-438C-80C8-AB0BF4A2CDA4}" type="presParOf" srcId="{C2C48F05-1598-43B6-BA64-4D35BB2AE731}" destId="{B4DB0E89-5F97-4F43-BF58-6BD263673638}" srcOrd="0" destOrd="0" presId="urn:microsoft.com/office/officeart/2005/8/layout/hProcess11"/>
    <dgm:cxn modelId="{3AF83DF2-D093-4F2C-B747-EE22DABA556E}" type="presParOf" srcId="{B4DB0E89-5F97-4F43-BF58-6BD263673638}" destId="{E5715561-201C-41CC-8203-A447724122CE}" srcOrd="0" destOrd="0" presId="urn:microsoft.com/office/officeart/2005/8/layout/hProcess11"/>
    <dgm:cxn modelId="{98721E34-8235-41FA-B2D5-A170E019A88F}" type="presParOf" srcId="{B4DB0E89-5F97-4F43-BF58-6BD263673638}" destId="{AB7F4581-DCA1-4742-848F-3F5E4E447FC2}" srcOrd="1" destOrd="0" presId="urn:microsoft.com/office/officeart/2005/8/layout/hProcess11"/>
    <dgm:cxn modelId="{BAD87194-FA8C-42B2-8CA9-21614B620423}" type="presParOf" srcId="{B4DB0E89-5F97-4F43-BF58-6BD263673638}" destId="{BC51B518-6791-4DE8-A7CA-1419DDF65606}" srcOrd="2" destOrd="0" presId="urn:microsoft.com/office/officeart/2005/8/layout/hProcess11"/>
    <dgm:cxn modelId="{B3ACE3A3-2AD8-4702-9759-0FF428834E69}" type="presParOf" srcId="{C2C48F05-1598-43B6-BA64-4D35BB2AE731}" destId="{9F98F393-BE1A-44BC-ACB0-E1E1E7ADAF45}" srcOrd="1" destOrd="0" presId="urn:microsoft.com/office/officeart/2005/8/layout/hProcess11"/>
    <dgm:cxn modelId="{2BD26526-20E0-48EE-96B9-7F3BC7C1B599}" type="presParOf" srcId="{C2C48F05-1598-43B6-BA64-4D35BB2AE731}" destId="{8D31EF9B-054E-4AEA-B708-8FCEC5CC67C0}" srcOrd="2" destOrd="0" presId="urn:microsoft.com/office/officeart/2005/8/layout/hProcess11"/>
    <dgm:cxn modelId="{8E81C6F1-60D4-43C7-BE59-5DA90C5F81BB}" type="presParOf" srcId="{8D31EF9B-054E-4AEA-B708-8FCEC5CC67C0}" destId="{6E0F40A4-4EDB-494A-91E6-99AC4530CF82}" srcOrd="0" destOrd="0" presId="urn:microsoft.com/office/officeart/2005/8/layout/hProcess11"/>
    <dgm:cxn modelId="{7AE10B5A-1279-4A6A-BA8B-198CC94DCC25}" type="presParOf" srcId="{8D31EF9B-054E-4AEA-B708-8FCEC5CC67C0}" destId="{C444CA66-E2C9-4F50-B48C-C285AF346943}" srcOrd="1" destOrd="0" presId="urn:microsoft.com/office/officeart/2005/8/layout/hProcess11"/>
    <dgm:cxn modelId="{51D4AAB1-78D7-4C7B-95EF-CCAADA7A3CDF}" type="presParOf" srcId="{8D31EF9B-054E-4AEA-B708-8FCEC5CC67C0}" destId="{1BD79EB9-1E2C-446E-93A3-9285CFDA9ED1}" srcOrd="2" destOrd="0" presId="urn:microsoft.com/office/officeart/2005/8/layout/hProcess1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1E5A446-5B01-46D8-A246-EE0643B3E577}" type="doc">
      <dgm:prSet loTypeId="urn:microsoft.com/office/officeart/2005/8/layout/process5" loCatId="process" qsTypeId="urn:microsoft.com/office/officeart/2005/8/quickstyle/3d2" qsCatId="3D" csTypeId="urn:microsoft.com/office/officeart/2005/8/colors/accent1_2" csCatId="accent1" phldr="1"/>
      <dgm:spPr/>
      <dgm:t>
        <a:bodyPr/>
        <a:lstStyle/>
        <a:p>
          <a:endParaRPr lang="en-US"/>
        </a:p>
      </dgm:t>
    </dgm:pt>
    <dgm:pt modelId="{89094394-50B0-4546-880B-C17EA6CA9630}">
      <dgm:prSet>
        <dgm:style>
          <a:lnRef idx="0">
            <a:schemeClr val="accent2"/>
          </a:lnRef>
          <a:fillRef idx="3">
            <a:schemeClr val="accent2"/>
          </a:fillRef>
          <a:effectRef idx="3">
            <a:schemeClr val="accent2"/>
          </a:effectRef>
          <a:fontRef idx="minor">
            <a:schemeClr val="lt1"/>
          </a:fontRef>
        </dgm:style>
      </dgm:prSet>
      <dgm:spPr/>
      <dgm:t>
        <a:bodyPr/>
        <a:lstStyle/>
        <a:p>
          <a:pPr rtl="0"/>
          <a:r>
            <a:rPr lang="en-US" b="1" baseline="0" dirty="0" smtClean="0"/>
            <a:t>Types of Cryptography Algorithm</a:t>
          </a:r>
          <a:br>
            <a:rPr lang="en-US" b="1" baseline="0" dirty="0" smtClean="0"/>
          </a:br>
          <a:endParaRPr lang="en-US" dirty="0"/>
        </a:p>
      </dgm:t>
    </dgm:pt>
    <dgm:pt modelId="{6D162CC7-C644-44E1-8B3E-F42BBA32982C}" type="parTrans" cxnId="{7AEF1984-DE23-43D2-93B9-AEAA3995A1B9}">
      <dgm:prSet/>
      <dgm:spPr/>
      <dgm:t>
        <a:bodyPr/>
        <a:lstStyle/>
        <a:p>
          <a:endParaRPr lang="en-US"/>
        </a:p>
      </dgm:t>
    </dgm:pt>
    <dgm:pt modelId="{0A720736-3188-49BD-B94C-91B03F8B37EC}" type="sibTrans" cxnId="{7AEF1984-DE23-43D2-93B9-AEAA3995A1B9}">
      <dgm:prSet/>
      <dgm:spPr/>
      <dgm:t>
        <a:bodyPr/>
        <a:lstStyle/>
        <a:p>
          <a:endParaRPr lang="en-US"/>
        </a:p>
      </dgm:t>
    </dgm:pt>
    <dgm:pt modelId="{4EF435BD-8C64-4DC9-9913-953554BFAB1C}" type="pres">
      <dgm:prSet presAssocID="{11E5A446-5B01-46D8-A246-EE0643B3E577}" presName="diagram" presStyleCnt="0">
        <dgm:presLayoutVars>
          <dgm:dir/>
          <dgm:resizeHandles val="exact"/>
        </dgm:presLayoutVars>
      </dgm:prSet>
      <dgm:spPr/>
      <dgm:t>
        <a:bodyPr/>
        <a:lstStyle/>
        <a:p>
          <a:endParaRPr lang="en-US"/>
        </a:p>
      </dgm:t>
    </dgm:pt>
    <dgm:pt modelId="{C8173692-4D79-40DD-8970-04A17D331D48}" type="pres">
      <dgm:prSet presAssocID="{89094394-50B0-4546-880B-C17EA6CA9630}" presName="node" presStyleLbl="node1" presStyleIdx="0" presStyleCnt="1">
        <dgm:presLayoutVars>
          <dgm:bulletEnabled val="1"/>
        </dgm:presLayoutVars>
      </dgm:prSet>
      <dgm:spPr/>
      <dgm:t>
        <a:bodyPr/>
        <a:lstStyle/>
        <a:p>
          <a:endParaRPr lang="en-US"/>
        </a:p>
      </dgm:t>
    </dgm:pt>
  </dgm:ptLst>
  <dgm:cxnLst>
    <dgm:cxn modelId="{3D6B44F7-34BF-4532-931B-FB455E4A193D}" type="presOf" srcId="{89094394-50B0-4546-880B-C17EA6CA9630}" destId="{C8173692-4D79-40DD-8970-04A17D331D48}" srcOrd="0" destOrd="0" presId="urn:microsoft.com/office/officeart/2005/8/layout/process5"/>
    <dgm:cxn modelId="{2CD0F138-5839-4209-921B-FE55B2944EBC}" type="presOf" srcId="{11E5A446-5B01-46D8-A246-EE0643B3E577}" destId="{4EF435BD-8C64-4DC9-9913-953554BFAB1C}" srcOrd="0" destOrd="0" presId="urn:microsoft.com/office/officeart/2005/8/layout/process5"/>
    <dgm:cxn modelId="{7AEF1984-DE23-43D2-93B9-AEAA3995A1B9}" srcId="{11E5A446-5B01-46D8-A246-EE0643B3E577}" destId="{89094394-50B0-4546-880B-C17EA6CA9630}" srcOrd="0" destOrd="0" parTransId="{6D162CC7-C644-44E1-8B3E-F42BBA32982C}" sibTransId="{0A720736-3188-49BD-B94C-91B03F8B37EC}"/>
    <dgm:cxn modelId="{8375042B-0A8F-4ACC-98D0-867A15C9316F}" type="presParOf" srcId="{4EF435BD-8C64-4DC9-9913-953554BFAB1C}" destId="{C8173692-4D79-40DD-8970-04A17D331D48}" srcOrd="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FF41FE7-3571-439E-BFDD-274A8D7E9F17}" type="doc">
      <dgm:prSet loTypeId="urn:microsoft.com/office/officeart/2005/8/layout/target3" loCatId="list" qsTypeId="urn:microsoft.com/office/officeart/2005/8/quickstyle/simple4" qsCatId="simple" csTypeId="urn:microsoft.com/office/officeart/2005/8/colors/accent1_2" csCatId="accent1" phldr="1"/>
      <dgm:spPr/>
      <dgm:t>
        <a:bodyPr/>
        <a:lstStyle/>
        <a:p>
          <a:endParaRPr lang="en-US"/>
        </a:p>
      </dgm:t>
    </dgm:pt>
    <dgm:pt modelId="{81BD6EE9-CF9B-4514-926B-9F3C85950E6F}">
      <dgm:prSet>
        <dgm:style>
          <a:lnRef idx="1">
            <a:schemeClr val="accent4"/>
          </a:lnRef>
          <a:fillRef idx="2">
            <a:schemeClr val="accent4"/>
          </a:fillRef>
          <a:effectRef idx="1">
            <a:schemeClr val="accent4"/>
          </a:effectRef>
          <a:fontRef idx="minor">
            <a:schemeClr val="dk1"/>
          </a:fontRef>
        </dgm:style>
      </dgm:prSet>
      <dgm:spPr/>
      <dgm:t>
        <a:bodyPr/>
        <a:lstStyle/>
        <a:p>
          <a:pPr rtl="0"/>
          <a:r>
            <a:rPr lang="en-US" b="1" dirty="0" smtClean="0">
              <a:solidFill>
                <a:schemeClr val="bg1"/>
              </a:solidFill>
            </a:rPr>
            <a:t>Advanced Encryption Standard (AES</a:t>
          </a:r>
          <a:r>
            <a:rPr lang="en-US" b="1" dirty="0" smtClean="0"/>
            <a:t>):</a:t>
          </a:r>
          <a:r>
            <a:rPr lang="en-US" dirty="0" smtClean="0"/>
            <a:t> </a:t>
          </a:r>
          <a:r>
            <a:rPr lang="en-US" u="sng" dirty="0" smtClean="0">
              <a:hlinkClick xmlns:r="http://schemas.openxmlformats.org/officeDocument/2006/relationships" r:id="rId1"/>
            </a:rPr>
            <a:t>AES (Advanced Encryption Standard)</a:t>
          </a:r>
          <a:r>
            <a:rPr lang="en-US" dirty="0" smtClean="0"/>
            <a:t> is a popular encryption algorithm which uses the same key for encryption and decryption It is a symmetric block cipher algorithm with block size of 128 bits, 192 bits or 256 bits. AES algorithm is widely regarded as the replacement of DES (Data encryption standard) algorithm</a:t>
          </a:r>
          <a:endParaRPr lang="en-US" dirty="0"/>
        </a:p>
      </dgm:t>
    </dgm:pt>
    <dgm:pt modelId="{6F0BE093-AFC5-444A-A53F-3D05F2B22E7F}" type="parTrans" cxnId="{9FCDB406-3846-4C4F-A76C-2C5FD0C01382}">
      <dgm:prSet/>
      <dgm:spPr/>
      <dgm:t>
        <a:bodyPr/>
        <a:lstStyle/>
        <a:p>
          <a:endParaRPr lang="en-US"/>
        </a:p>
      </dgm:t>
    </dgm:pt>
    <dgm:pt modelId="{8DBC07B2-1E3A-4112-BE34-4CE40BBF0C36}" type="sibTrans" cxnId="{9FCDB406-3846-4C4F-A76C-2C5FD0C01382}">
      <dgm:prSet/>
      <dgm:spPr/>
      <dgm:t>
        <a:bodyPr/>
        <a:lstStyle/>
        <a:p>
          <a:endParaRPr lang="en-US"/>
        </a:p>
      </dgm:t>
    </dgm:pt>
    <dgm:pt modelId="{734641DD-B5EF-4B66-BD55-04426F5629F6}">
      <dgm:prSet>
        <dgm:style>
          <a:lnRef idx="1">
            <a:schemeClr val="accent3"/>
          </a:lnRef>
          <a:fillRef idx="3">
            <a:schemeClr val="accent3"/>
          </a:fillRef>
          <a:effectRef idx="2">
            <a:schemeClr val="accent3"/>
          </a:effectRef>
          <a:fontRef idx="minor">
            <a:schemeClr val="lt1"/>
          </a:fontRef>
        </dgm:style>
      </dgm:prSet>
      <dgm:spPr/>
      <dgm:t>
        <a:bodyPr/>
        <a:lstStyle/>
        <a:p>
          <a:pPr rtl="0"/>
          <a:r>
            <a:rPr lang="en-US" b="1" dirty="0" smtClean="0"/>
            <a:t>Data Encryption Standard (DES): </a:t>
          </a:r>
          <a:r>
            <a:rPr lang="en-US" u="sng" dirty="0" smtClean="0">
              <a:hlinkClick xmlns:r="http://schemas.openxmlformats.org/officeDocument/2006/relationships" r:id="rId2"/>
            </a:rPr>
            <a:t>DES (Data encryption standard)</a:t>
          </a:r>
          <a:r>
            <a:rPr lang="en-US" b="1" u="sng" dirty="0" smtClean="0">
              <a:hlinkClick xmlns:r="http://schemas.openxmlformats.org/officeDocument/2006/relationships" r:id="rId2"/>
            </a:rPr>
            <a:t> </a:t>
          </a:r>
          <a:r>
            <a:rPr lang="en-US" dirty="0" smtClean="0"/>
            <a:t>is an older encryption algorithm that is used to convert 64-bit plaintext data into 48-bit encrypted </a:t>
          </a:r>
          <a:r>
            <a:rPr lang="en-US" dirty="0" err="1" smtClean="0"/>
            <a:t>ciphertext</a:t>
          </a:r>
          <a:r>
            <a:rPr lang="en-US" dirty="0" smtClean="0"/>
            <a:t>. It uses symmetric keys (which means same key for encryption and decryption). It is kind of old by today’s standard but can be used as a basic building block for learning newer encryption algorithms.</a:t>
          </a:r>
          <a:endParaRPr lang="en-US" dirty="0"/>
        </a:p>
      </dgm:t>
    </dgm:pt>
    <dgm:pt modelId="{3FC033F4-BBE6-45BC-A5E0-27751DB71723}" type="parTrans" cxnId="{40DF4CA7-AC35-41D1-A45A-1DEAAE0E0FF4}">
      <dgm:prSet/>
      <dgm:spPr/>
      <dgm:t>
        <a:bodyPr/>
        <a:lstStyle/>
        <a:p>
          <a:endParaRPr lang="en-US"/>
        </a:p>
      </dgm:t>
    </dgm:pt>
    <dgm:pt modelId="{E66C86C0-DC75-4C70-B94C-70D051D85A8D}" type="sibTrans" cxnId="{40DF4CA7-AC35-41D1-A45A-1DEAAE0E0FF4}">
      <dgm:prSet/>
      <dgm:spPr/>
      <dgm:t>
        <a:bodyPr/>
        <a:lstStyle/>
        <a:p>
          <a:endParaRPr lang="en-US"/>
        </a:p>
      </dgm:t>
    </dgm:pt>
    <dgm:pt modelId="{188AFA86-39F6-4420-BA4F-0A3C404378E3}">
      <dgm:prSet>
        <dgm:style>
          <a:lnRef idx="1">
            <a:schemeClr val="accent5"/>
          </a:lnRef>
          <a:fillRef idx="2">
            <a:schemeClr val="accent5"/>
          </a:fillRef>
          <a:effectRef idx="1">
            <a:schemeClr val="accent5"/>
          </a:effectRef>
          <a:fontRef idx="minor">
            <a:schemeClr val="dk1"/>
          </a:fontRef>
        </dgm:style>
      </dgm:prSet>
      <dgm:spPr/>
      <dgm:t>
        <a:bodyPr/>
        <a:lstStyle/>
        <a:p>
          <a:pPr rtl="0"/>
          <a:r>
            <a:rPr lang="en-US" b="1" dirty="0" smtClean="0"/>
            <a:t>RSA: </a:t>
          </a:r>
          <a:r>
            <a:rPr lang="en-US" u="sng" dirty="0" smtClean="0">
              <a:hlinkClick xmlns:r="http://schemas.openxmlformats.org/officeDocument/2006/relationships" r:id="rId3"/>
            </a:rPr>
            <a:t>RSA</a:t>
          </a:r>
          <a:r>
            <a:rPr lang="en-US" dirty="0" smtClean="0"/>
            <a:t> is an basic asymmetric cryptographic algorithm which uses two different keys for encryption. The RSA algorithm works on a block cipher concept that converts plain text into cipher text and vice versa.</a:t>
          </a:r>
          <a:endParaRPr lang="en-US" dirty="0"/>
        </a:p>
      </dgm:t>
    </dgm:pt>
    <dgm:pt modelId="{472066F0-F0EA-4E34-956D-BCFAAE3F43CD}" type="parTrans" cxnId="{24BB552D-13C9-45AE-B1AD-35BB22FDB960}">
      <dgm:prSet/>
      <dgm:spPr/>
      <dgm:t>
        <a:bodyPr/>
        <a:lstStyle/>
        <a:p>
          <a:endParaRPr lang="en-US"/>
        </a:p>
      </dgm:t>
    </dgm:pt>
    <dgm:pt modelId="{DE112388-7AB6-4E19-9ED8-EECC873BB04A}" type="sibTrans" cxnId="{24BB552D-13C9-45AE-B1AD-35BB22FDB960}">
      <dgm:prSet/>
      <dgm:spPr/>
      <dgm:t>
        <a:bodyPr/>
        <a:lstStyle/>
        <a:p>
          <a:endParaRPr lang="en-US"/>
        </a:p>
      </dgm:t>
    </dgm:pt>
    <dgm:pt modelId="{A98E906D-0A57-4D87-8412-FE9D2BC8AC6F}">
      <dgm:prSet>
        <dgm:style>
          <a:lnRef idx="1">
            <a:schemeClr val="accent2"/>
          </a:lnRef>
          <a:fillRef idx="2">
            <a:schemeClr val="accent2"/>
          </a:fillRef>
          <a:effectRef idx="1">
            <a:schemeClr val="accent2"/>
          </a:effectRef>
          <a:fontRef idx="minor">
            <a:schemeClr val="dk1"/>
          </a:fontRef>
        </dgm:style>
      </dgm:prSet>
      <dgm:spPr/>
      <dgm:t>
        <a:bodyPr/>
        <a:lstStyle/>
        <a:p>
          <a:pPr rtl="0"/>
          <a:r>
            <a:rPr lang="en-US" b="1" dirty="0" smtClean="0"/>
            <a:t>Secure Hash Algorithm (SHA):</a:t>
          </a:r>
          <a:r>
            <a:rPr lang="en-US" b="1" u="sng" dirty="0" smtClean="0">
              <a:hlinkClick xmlns:r="http://schemas.openxmlformats.org/officeDocument/2006/relationships" r:id="rId4"/>
            </a:rPr>
            <a:t> SHA </a:t>
          </a:r>
          <a:r>
            <a:rPr lang="en-US" b="1" dirty="0" smtClean="0"/>
            <a:t>is used to generate unique fixed-length digital fingerprints of input data known as hashes.</a:t>
          </a:r>
          <a:r>
            <a:rPr lang="en-US" dirty="0" smtClean="0"/>
            <a:t> SHA variations such as </a:t>
          </a:r>
          <a:r>
            <a:rPr lang="en-US" b="1" dirty="0" smtClean="0"/>
            <a:t>SHA-2</a:t>
          </a:r>
          <a:r>
            <a:rPr lang="en-US" dirty="0" smtClean="0"/>
            <a:t> and </a:t>
          </a:r>
          <a:r>
            <a:rPr lang="en-US" b="1" dirty="0" smtClean="0"/>
            <a:t>SHA-3</a:t>
          </a:r>
          <a:r>
            <a:rPr lang="en-US" dirty="0" smtClean="0"/>
            <a:t> are commonly used to ensure data integrity and authenticity. The tiniest change in input data drastically modifies the hash output, indicating a loss of integrity. Hashing is the process of storing key value pairs with the help of a hash function into a hash table.</a:t>
          </a:r>
          <a:endParaRPr lang="en-US" dirty="0"/>
        </a:p>
      </dgm:t>
    </dgm:pt>
    <dgm:pt modelId="{646AF9A5-3564-45BF-B86F-C5C699355E0E}" type="parTrans" cxnId="{3491A0E8-B57B-4D43-A14E-AA4738DD81B8}">
      <dgm:prSet/>
      <dgm:spPr/>
      <dgm:t>
        <a:bodyPr/>
        <a:lstStyle/>
        <a:p>
          <a:endParaRPr lang="en-US"/>
        </a:p>
      </dgm:t>
    </dgm:pt>
    <dgm:pt modelId="{EAB4B397-536D-4B1A-8B5E-F41187FBA2CB}" type="sibTrans" cxnId="{3491A0E8-B57B-4D43-A14E-AA4738DD81B8}">
      <dgm:prSet/>
      <dgm:spPr/>
      <dgm:t>
        <a:bodyPr/>
        <a:lstStyle/>
        <a:p>
          <a:endParaRPr lang="en-US"/>
        </a:p>
      </dgm:t>
    </dgm:pt>
    <dgm:pt modelId="{2ED5A8FD-90A6-4357-9EF5-2C068BC35D96}" type="pres">
      <dgm:prSet presAssocID="{EFF41FE7-3571-439E-BFDD-274A8D7E9F17}" presName="Name0" presStyleCnt="0">
        <dgm:presLayoutVars>
          <dgm:chMax val="7"/>
          <dgm:dir/>
          <dgm:animLvl val="lvl"/>
          <dgm:resizeHandles val="exact"/>
        </dgm:presLayoutVars>
      </dgm:prSet>
      <dgm:spPr/>
      <dgm:t>
        <a:bodyPr/>
        <a:lstStyle/>
        <a:p>
          <a:endParaRPr lang="en-US"/>
        </a:p>
      </dgm:t>
    </dgm:pt>
    <dgm:pt modelId="{DFCB1412-BD83-4C5C-B99B-05E26B7BABC9}" type="pres">
      <dgm:prSet presAssocID="{81BD6EE9-CF9B-4514-926B-9F3C85950E6F}" presName="circle1" presStyleLbl="node1" presStyleIdx="0" presStyleCnt="4"/>
      <dgm:spPr/>
    </dgm:pt>
    <dgm:pt modelId="{F32E7DAE-2ED9-4105-9E0E-F63AC69EEFFA}" type="pres">
      <dgm:prSet presAssocID="{81BD6EE9-CF9B-4514-926B-9F3C85950E6F}" presName="space" presStyleCnt="0"/>
      <dgm:spPr/>
    </dgm:pt>
    <dgm:pt modelId="{AAA5B7DA-F27B-4D89-9CEC-F0B13311EBF1}" type="pres">
      <dgm:prSet presAssocID="{81BD6EE9-CF9B-4514-926B-9F3C85950E6F}" presName="rect1" presStyleLbl="alignAcc1" presStyleIdx="0" presStyleCnt="4" custLinFactNeighborY="1721"/>
      <dgm:spPr/>
      <dgm:t>
        <a:bodyPr/>
        <a:lstStyle/>
        <a:p>
          <a:endParaRPr lang="en-US"/>
        </a:p>
      </dgm:t>
    </dgm:pt>
    <dgm:pt modelId="{2A988A6F-006E-47DB-877D-E4A974A43658}" type="pres">
      <dgm:prSet presAssocID="{734641DD-B5EF-4B66-BD55-04426F5629F6}" presName="vertSpace2" presStyleLbl="node1" presStyleIdx="0" presStyleCnt="4"/>
      <dgm:spPr/>
    </dgm:pt>
    <dgm:pt modelId="{C71EA175-FE8F-49C1-8978-D1491C11F868}" type="pres">
      <dgm:prSet presAssocID="{734641DD-B5EF-4B66-BD55-04426F5629F6}" presName="circle2" presStyleLbl="node1" presStyleIdx="1" presStyleCnt="4"/>
      <dgm:spPr/>
    </dgm:pt>
    <dgm:pt modelId="{9F90403F-F263-417F-9263-371FD9C399A6}" type="pres">
      <dgm:prSet presAssocID="{734641DD-B5EF-4B66-BD55-04426F5629F6}" presName="rect2" presStyleLbl="alignAcc1" presStyleIdx="1" presStyleCnt="4"/>
      <dgm:spPr/>
      <dgm:t>
        <a:bodyPr/>
        <a:lstStyle/>
        <a:p>
          <a:endParaRPr lang="en-US"/>
        </a:p>
      </dgm:t>
    </dgm:pt>
    <dgm:pt modelId="{3C87DD2B-4C59-42C3-BBA7-DEDEE6BF788A}" type="pres">
      <dgm:prSet presAssocID="{188AFA86-39F6-4420-BA4F-0A3C404378E3}" presName="vertSpace3" presStyleLbl="node1" presStyleIdx="1" presStyleCnt="4"/>
      <dgm:spPr/>
    </dgm:pt>
    <dgm:pt modelId="{60106916-9F12-4074-B315-40CCA9423A03}" type="pres">
      <dgm:prSet presAssocID="{188AFA86-39F6-4420-BA4F-0A3C404378E3}" presName="circle3" presStyleLbl="node1" presStyleIdx="2" presStyleCnt="4"/>
      <dgm:spPr/>
    </dgm:pt>
    <dgm:pt modelId="{0E73BC85-D199-4957-9CF4-45DB5B92C362}" type="pres">
      <dgm:prSet presAssocID="{188AFA86-39F6-4420-BA4F-0A3C404378E3}" presName="rect3" presStyleLbl="alignAcc1" presStyleIdx="2" presStyleCnt="4" custLinFactNeighborY="-604"/>
      <dgm:spPr/>
      <dgm:t>
        <a:bodyPr/>
        <a:lstStyle/>
        <a:p>
          <a:endParaRPr lang="en-US"/>
        </a:p>
      </dgm:t>
    </dgm:pt>
    <dgm:pt modelId="{8F46BD79-A4EE-4C42-B002-BE12279E3DA3}" type="pres">
      <dgm:prSet presAssocID="{A98E906D-0A57-4D87-8412-FE9D2BC8AC6F}" presName="vertSpace4" presStyleLbl="node1" presStyleIdx="2" presStyleCnt="4"/>
      <dgm:spPr/>
    </dgm:pt>
    <dgm:pt modelId="{FD70EB3F-9DAA-4639-B41A-2A5DE224637A}" type="pres">
      <dgm:prSet presAssocID="{A98E906D-0A57-4D87-8412-FE9D2BC8AC6F}" presName="circle4" presStyleLbl="node1" presStyleIdx="3" presStyleCnt="4"/>
      <dgm:spPr/>
    </dgm:pt>
    <dgm:pt modelId="{131FC559-2A45-402C-B5BC-6ED2B8743F7C}" type="pres">
      <dgm:prSet presAssocID="{A98E906D-0A57-4D87-8412-FE9D2BC8AC6F}" presName="rect4" presStyleLbl="alignAcc1" presStyleIdx="3" presStyleCnt="4" custLinFactNeighborY="-2700"/>
      <dgm:spPr/>
      <dgm:t>
        <a:bodyPr/>
        <a:lstStyle/>
        <a:p>
          <a:endParaRPr lang="en-US"/>
        </a:p>
      </dgm:t>
    </dgm:pt>
    <dgm:pt modelId="{4FA7CBCB-748C-4592-BFA3-DB628EE75A06}" type="pres">
      <dgm:prSet presAssocID="{81BD6EE9-CF9B-4514-926B-9F3C85950E6F}" presName="rect1ParTxNoCh" presStyleLbl="alignAcc1" presStyleIdx="3" presStyleCnt="4">
        <dgm:presLayoutVars>
          <dgm:chMax val="1"/>
          <dgm:bulletEnabled val="1"/>
        </dgm:presLayoutVars>
      </dgm:prSet>
      <dgm:spPr/>
      <dgm:t>
        <a:bodyPr/>
        <a:lstStyle/>
        <a:p>
          <a:endParaRPr lang="en-US"/>
        </a:p>
      </dgm:t>
    </dgm:pt>
    <dgm:pt modelId="{07FC33A2-B8A5-453E-9A2F-D8DE3EAEFE4B}" type="pres">
      <dgm:prSet presAssocID="{734641DD-B5EF-4B66-BD55-04426F5629F6}" presName="rect2ParTxNoCh" presStyleLbl="alignAcc1" presStyleIdx="3" presStyleCnt="4">
        <dgm:presLayoutVars>
          <dgm:chMax val="1"/>
          <dgm:bulletEnabled val="1"/>
        </dgm:presLayoutVars>
      </dgm:prSet>
      <dgm:spPr/>
      <dgm:t>
        <a:bodyPr/>
        <a:lstStyle/>
        <a:p>
          <a:endParaRPr lang="en-US"/>
        </a:p>
      </dgm:t>
    </dgm:pt>
    <dgm:pt modelId="{CDC47253-3E7A-4DF9-8D8D-529FE8E91807}" type="pres">
      <dgm:prSet presAssocID="{188AFA86-39F6-4420-BA4F-0A3C404378E3}" presName="rect3ParTxNoCh" presStyleLbl="alignAcc1" presStyleIdx="3" presStyleCnt="4">
        <dgm:presLayoutVars>
          <dgm:chMax val="1"/>
          <dgm:bulletEnabled val="1"/>
        </dgm:presLayoutVars>
      </dgm:prSet>
      <dgm:spPr/>
      <dgm:t>
        <a:bodyPr/>
        <a:lstStyle/>
        <a:p>
          <a:endParaRPr lang="en-US"/>
        </a:p>
      </dgm:t>
    </dgm:pt>
    <dgm:pt modelId="{D912787E-14EB-42EC-827A-24CFA7D44B16}" type="pres">
      <dgm:prSet presAssocID="{A98E906D-0A57-4D87-8412-FE9D2BC8AC6F}" presName="rect4ParTxNoCh" presStyleLbl="alignAcc1" presStyleIdx="3" presStyleCnt="4">
        <dgm:presLayoutVars>
          <dgm:chMax val="1"/>
          <dgm:bulletEnabled val="1"/>
        </dgm:presLayoutVars>
      </dgm:prSet>
      <dgm:spPr/>
      <dgm:t>
        <a:bodyPr/>
        <a:lstStyle/>
        <a:p>
          <a:endParaRPr lang="en-US"/>
        </a:p>
      </dgm:t>
    </dgm:pt>
  </dgm:ptLst>
  <dgm:cxnLst>
    <dgm:cxn modelId="{C6B81A02-786A-4F56-AB35-33DB5E1E4E7E}" type="presOf" srcId="{81BD6EE9-CF9B-4514-926B-9F3C85950E6F}" destId="{4FA7CBCB-748C-4592-BFA3-DB628EE75A06}" srcOrd="1" destOrd="0" presId="urn:microsoft.com/office/officeart/2005/8/layout/target3"/>
    <dgm:cxn modelId="{8CC46E84-DF8C-48C0-9D6A-F65C150B6E0F}" type="presOf" srcId="{734641DD-B5EF-4B66-BD55-04426F5629F6}" destId="{07FC33A2-B8A5-453E-9A2F-D8DE3EAEFE4B}" srcOrd="1" destOrd="0" presId="urn:microsoft.com/office/officeart/2005/8/layout/target3"/>
    <dgm:cxn modelId="{40DF4CA7-AC35-41D1-A45A-1DEAAE0E0FF4}" srcId="{EFF41FE7-3571-439E-BFDD-274A8D7E9F17}" destId="{734641DD-B5EF-4B66-BD55-04426F5629F6}" srcOrd="1" destOrd="0" parTransId="{3FC033F4-BBE6-45BC-A5E0-27751DB71723}" sibTransId="{E66C86C0-DC75-4C70-B94C-70D051D85A8D}"/>
    <dgm:cxn modelId="{9FCDB406-3846-4C4F-A76C-2C5FD0C01382}" srcId="{EFF41FE7-3571-439E-BFDD-274A8D7E9F17}" destId="{81BD6EE9-CF9B-4514-926B-9F3C85950E6F}" srcOrd="0" destOrd="0" parTransId="{6F0BE093-AFC5-444A-A53F-3D05F2B22E7F}" sibTransId="{8DBC07B2-1E3A-4112-BE34-4CE40BBF0C36}"/>
    <dgm:cxn modelId="{311065A0-ECDB-4361-8486-B3B3E1713B7A}" type="presOf" srcId="{188AFA86-39F6-4420-BA4F-0A3C404378E3}" destId="{CDC47253-3E7A-4DF9-8D8D-529FE8E91807}" srcOrd="1" destOrd="0" presId="urn:microsoft.com/office/officeart/2005/8/layout/target3"/>
    <dgm:cxn modelId="{A522A9A4-56F0-4254-B82C-3B9FF10AD10F}" type="presOf" srcId="{188AFA86-39F6-4420-BA4F-0A3C404378E3}" destId="{0E73BC85-D199-4957-9CF4-45DB5B92C362}" srcOrd="0" destOrd="0" presId="urn:microsoft.com/office/officeart/2005/8/layout/target3"/>
    <dgm:cxn modelId="{36A071D0-6072-4AE0-B7BC-2DD05626CAF8}" type="presOf" srcId="{A98E906D-0A57-4D87-8412-FE9D2BC8AC6F}" destId="{D912787E-14EB-42EC-827A-24CFA7D44B16}" srcOrd="1" destOrd="0" presId="urn:microsoft.com/office/officeart/2005/8/layout/target3"/>
    <dgm:cxn modelId="{8C39BFDC-3990-4B5D-80A6-2427F743C407}" type="presOf" srcId="{81BD6EE9-CF9B-4514-926B-9F3C85950E6F}" destId="{AAA5B7DA-F27B-4D89-9CEC-F0B13311EBF1}" srcOrd="0" destOrd="0" presId="urn:microsoft.com/office/officeart/2005/8/layout/target3"/>
    <dgm:cxn modelId="{B7BB3095-C5A1-4ADC-9464-C9FF2068D2B9}" type="presOf" srcId="{A98E906D-0A57-4D87-8412-FE9D2BC8AC6F}" destId="{131FC559-2A45-402C-B5BC-6ED2B8743F7C}" srcOrd="0" destOrd="0" presId="urn:microsoft.com/office/officeart/2005/8/layout/target3"/>
    <dgm:cxn modelId="{C38C804D-4651-4800-A465-EE60EF73D742}" type="presOf" srcId="{734641DD-B5EF-4B66-BD55-04426F5629F6}" destId="{9F90403F-F263-417F-9263-371FD9C399A6}" srcOrd="0" destOrd="0" presId="urn:microsoft.com/office/officeart/2005/8/layout/target3"/>
    <dgm:cxn modelId="{7B7DABAA-FDD2-4023-B50B-36568C9A6C1A}" type="presOf" srcId="{EFF41FE7-3571-439E-BFDD-274A8D7E9F17}" destId="{2ED5A8FD-90A6-4357-9EF5-2C068BC35D96}" srcOrd="0" destOrd="0" presId="urn:microsoft.com/office/officeart/2005/8/layout/target3"/>
    <dgm:cxn modelId="{3491A0E8-B57B-4D43-A14E-AA4738DD81B8}" srcId="{EFF41FE7-3571-439E-BFDD-274A8D7E9F17}" destId="{A98E906D-0A57-4D87-8412-FE9D2BC8AC6F}" srcOrd="3" destOrd="0" parTransId="{646AF9A5-3564-45BF-B86F-C5C699355E0E}" sibTransId="{EAB4B397-536D-4B1A-8B5E-F41187FBA2CB}"/>
    <dgm:cxn modelId="{24BB552D-13C9-45AE-B1AD-35BB22FDB960}" srcId="{EFF41FE7-3571-439E-BFDD-274A8D7E9F17}" destId="{188AFA86-39F6-4420-BA4F-0A3C404378E3}" srcOrd="2" destOrd="0" parTransId="{472066F0-F0EA-4E34-956D-BCFAAE3F43CD}" sibTransId="{DE112388-7AB6-4E19-9ED8-EECC873BB04A}"/>
    <dgm:cxn modelId="{4E4B257E-CDD6-468D-8181-6B2C872C8DF6}" type="presParOf" srcId="{2ED5A8FD-90A6-4357-9EF5-2C068BC35D96}" destId="{DFCB1412-BD83-4C5C-B99B-05E26B7BABC9}" srcOrd="0" destOrd="0" presId="urn:microsoft.com/office/officeart/2005/8/layout/target3"/>
    <dgm:cxn modelId="{9FDD0174-7967-40C8-9597-65CE373F31D1}" type="presParOf" srcId="{2ED5A8FD-90A6-4357-9EF5-2C068BC35D96}" destId="{F32E7DAE-2ED9-4105-9E0E-F63AC69EEFFA}" srcOrd="1" destOrd="0" presId="urn:microsoft.com/office/officeart/2005/8/layout/target3"/>
    <dgm:cxn modelId="{207F9EF8-930B-4216-8E2C-E81788C5D6C4}" type="presParOf" srcId="{2ED5A8FD-90A6-4357-9EF5-2C068BC35D96}" destId="{AAA5B7DA-F27B-4D89-9CEC-F0B13311EBF1}" srcOrd="2" destOrd="0" presId="urn:microsoft.com/office/officeart/2005/8/layout/target3"/>
    <dgm:cxn modelId="{A2DCA38E-CB06-44FE-A3D2-BE16DF5D13BB}" type="presParOf" srcId="{2ED5A8FD-90A6-4357-9EF5-2C068BC35D96}" destId="{2A988A6F-006E-47DB-877D-E4A974A43658}" srcOrd="3" destOrd="0" presId="urn:microsoft.com/office/officeart/2005/8/layout/target3"/>
    <dgm:cxn modelId="{B647A382-CD52-4299-9C8F-61031FF21712}" type="presParOf" srcId="{2ED5A8FD-90A6-4357-9EF5-2C068BC35D96}" destId="{C71EA175-FE8F-49C1-8978-D1491C11F868}" srcOrd="4" destOrd="0" presId="urn:microsoft.com/office/officeart/2005/8/layout/target3"/>
    <dgm:cxn modelId="{51F906D4-13B6-4FCF-B5A0-4E335FCB8BFD}" type="presParOf" srcId="{2ED5A8FD-90A6-4357-9EF5-2C068BC35D96}" destId="{9F90403F-F263-417F-9263-371FD9C399A6}" srcOrd="5" destOrd="0" presId="urn:microsoft.com/office/officeart/2005/8/layout/target3"/>
    <dgm:cxn modelId="{D95A061D-65D9-49CB-84F9-4136C77EAA5B}" type="presParOf" srcId="{2ED5A8FD-90A6-4357-9EF5-2C068BC35D96}" destId="{3C87DD2B-4C59-42C3-BBA7-DEDEE6BF788A}" srcOrd="6" destOrd="0" presId="urn:microsoft.com/office/officeart/2005/8/layout/target3"/>
    <dgm:cxn modelId="{9A0E18D9-9419-4CD9-B16E-3CE766319D99}" type="presParOf" srcId="{2ED5A8FD-90A6-4357-9EF5-2C068BC35D96}" destId="{60106916-9F12-4074-B315-40CCA9423A03}" srcOrd="7" destOrd="0" presId="urn:microsoft.com/office/officeart/2005/8/layout/target3"/>
    <dgm:cxn modelId="{910D1D23-5B80-4B5C-BABD-B8542B8A63F8}" type="presParOf" srcId="{2ED5A8FD-90A6-4357-9EF5-2C068BC35D96}" destId="{0E73BC85-D199-4957-9CF4-45DB5B92C362}" srcOrd="8" destOrd="0" presId="urn:microsoft.com/office/officeart/2005/8/layout/target3"/>
    <dgm:cxn modelId="{59C21664-3E33-4815-ACE6-506DDE24BDF6}" type="presParOf" srcId="{2ED5A8FD-90A6-4357-9EF5-2C068BC35D96}" destId="{8F46BD79-A4EE-4C42-B002-BE12279E3DA3}" srcOrd="9" destOrd="0" presId="urn:microsoft.com/office/officeart/2005/8/layout/target3"/>
    <dgm:cxn modelId="{C6562D73-A35B-47B9-A2CA-BC6EBC0E4963}" type="presParOf" srcId="{2ED5A8FD-90A6-4357-9EF5-2C068BC35D96}" destId="{FD70EB3F-9DAA-4639-B41A-2A5DE224637A}" srcOrd="10" destOrd="0" presId="urn:microsoft.com/office/officeart/2005/8/layout/target3"/>
    <dgm:cxn modelId="{56387A28-3ECE-40B6-8AAF-CA26BA7BED32}" type="presParOf" srcId="{2ED5A8FD-90A6-4357-9EF5-2C068BC35D96}" destId="{131FC559-2A45-402C-B5BC-6ED2B8743F7C}" srcOrd="11" destOrd="0" presId="urn:microsoft.com/office/officeart/2005/8/layout/target3"/>
    <dgm:cxn modelId="{B0294585-3931-41F8-B5A0-BAEF63E0C52B}" type="presParOf" srcId="{2ED5A8FD-90A6-4357-9EF5-2C068BC35D96}" destId="{4FA7CBCB-748C-4592-BFA3-DB628EE75A06}" srcOrd="12" destOrd="0" presId="urn:microsoft.com/office/officeart/2005/8/layout/target3"/>
    <dgm:cxn modelId="{F470FBA0-A894-446D-9485-EEF472120B58}" type="presParOf" srcId="{2ED5A8FD-90A6-4357-9EF5-2C068BC35D96}" destId="{07FC33A2-B8A5-453E-9A2F-D8DE3EAEFE4B}" srcOrd="13" destOrd="0" presId="urn:microsoft.com/office/officeart/2005/8/layout/target3"/>
    <dgm:cxn modelId="{461669B0-3D62-4915-A522-69C7072FA484}" type="presParOf" srcId="{2ED5A8FD-90A6-4357-9EF5-2C068BC35D96}" destId="{CDC47253-3E7A-4DF9-8D8D-529FE8E91807}" srcOrd="14" destOrd="0" presId="urn:microsoft.com/office/officeart/2005/8/layout/target3"/>
    <dgm:cxn modelId="{BD862592-AA04-4235-BBC9-0057E6D4D59A}" type="presParOf" srcId="{2ED5A8FD-90A6-4357-9EF5-2C068BC35D96}" destId="{D912787E-14EB-42EC-827A-24CFA7D44B16}" srcOrd="15"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C09F9A2-7601-4B5F-B654-910521791C19}" type="doc">
      <dgm:prSet loTypeId="urn:microsoft.com/office/officeart/2005/8/layout/vList2" loCatId="list" qsTypeId="urn:microsoft.com/office/officeart/2005/8/quickstyle/3d6" qsCatId="3D" csTypeId="urn:microsoft.com/office/officeart/2005/8/colors/accent1_2" csCatId="accent1" phldr="1"/>
      <dgm:spPr/>
      <dgm:t>
        <a:bodyPr/>
        <a:lstStyle/>
        <a:p>
          <a:endParaRPr lang="en-US"/>
        </a:p>
      </dgm:t>
    </dgm:pt>
    <dgm:pt modelId="{27840C1A-57EB-440D-A5F2-A891AF0D2561}">
      <dgm:prSet custT="1">
        <dgm:style>
          <a:lnRef idx="1">
            <a:schemeClr val="accent2"/>
          </a:lnRef>
          <a:fillRef idx="2">
            <a:schemeClr val="accent2"/>
          </a:fillRef>
          <a:effectRef idx="1">
            <a:schemeClr val="accent2"/>
          </a:effectRef>
          <a:fontRef idx="minor">
            <a:schemeClr val="dk1"/>
          </a:fontRef>
        </dgm:style>
      </dgm:prSet>
      <dgm:spPr/>
      <dgm:t>
        <a:bodyPr/>
        <a:lstStyle/>
        <a:p>
          <a:pPr rtl="0"/>
          <a:r>
            <a:rPr lang="en-US" sz="2000" b="1" dirty="0" smtClean="0">
              <a:latin typeface="Algerian" panose="04020705040A02060702" pitchFamily="82" charset="0"/>
            </a:rPr>
            <a:t>Advantages of Cryptography</a:t>
          </a:r>
          <a:r>
            <a:rPr lang="en-US" sz="1600" b="1" dirty="0" smtClean="0"/>
            <a:t> </a:t>
          </a:r>
          <a:endParaRPr lang="en-US" sz="1600" dirty="0"/>
        </a:p>
      </dgm:t>
    </dgm:pt>
    <dgm:pt modelId="{8C7B270F-8431-490A-BB9B-AE043815E617}" type="parTrans" cxnId="{32A687D9-4BAF-4581-B901-BD85CB797AC5}">
      <dgm:prSet/>
      <dgm:spPr/>
      <dgm:t>
        <a:bodyPr/>
        <a:lstStyle/>
        <a:p>
          <a:endParaRPr lang="en-US"/>
        </a:p>
      </dgm:t>
    </dgm:pt>
    <dgm:pt modelId="{BDF3AC53-5C1B-4E03-89BD-D24BE3544361}" type="sibTrans" cxnId="{32A687D9-4BAF-4581-B901-BD85CB797AC5}">
      <dgm:prSet/>
      <dgm:spPr/>
      <dgm:t>
        <a:bodyPr/>
        <a:lstStyle/>
        <a:p>
          <a:endParaRPr lang="en-US"/>
        </a:p>
      </dgm:t>
    </dgm:pt>
    <dgm:pt modelId="{E889B0DC-1A6E-4B0A-839E-B029B504B3C3}">
      <dgm:prSet>
        <dgm:style>
          <a:lnRef idx="1">
            <a:schemeClr val="accent2"/>
          </a:lnRef>
          <a:fillRef idx="3">
            <a:schemeClr val="accent2"/>
          </a:fillRef>
          <a:effectRef idx="2">
            <a:schemeClr val="accent2"/>
          </a:effectRef>
          <a:fontRef idx="minor">
            <a:schemeClr val="lt1"/>
          </a:fontRef>
        </dgm:style>
      </dgm:prSet>
      <dgm:spPr/>
      <dgm:t>
        <a:bodyPr/>
        <a:lstStyle/>
        <a:p>
          <a:pPr rtl="0"/>
          <a:r>
            <a:rPr lang="en-US" b="1" dirty="0" smtClean="0">
              <a:solidFill>
                <a:schemeClr val="bg1"/>
              </a:solidFill>
              <a:latin typeface="Arial Black" panose="020B0A04020102020204" pitchFamily="34" charset="0"/>
            </a:rPr>
            <a:t>Access Control:</a:t>
          </a:r>
          <a:r>
            <a:rPr lang="en-US" dirty="0" smtClean="0"/>
            <a:t> Cryptography can be used for access control to ensure that only parties with the proper permissions have access to a resource. Only those with the correct decryption key can access the resource thanks to encryption.</a:t>
          </a:r>
          <a:endParaRPr lang="en-US" dirty="0"/>
        </a:p>
      </dgm:t>
    </dgm:pt>
    <dgm:pt modelId="{24FF5CC6-A3A2-4CB6-BC17-580CBF9C373F}" type="parTrans" cxnId="{B6B227D2-2750-469D-91A0-DEE8D828D5C0}">
      <dgm:prSet/>
      <dgm:spPr/>
      <dgm:t>
        <a:bodyPr/>
        <a:lstStyle/>
        <a:p>
          <a:endParaRPr lang="en-US"/>
        </a:p>
      </dgm:t>
    </dgm:pt>
    <dgm:pt modelId="{15AB095C-1B8D-4568-A6F8-6BD653D0921C}" type="sibTrans" cxnId="{B6B227D2-2750-469D-91A0-DEE8D828D5C0}">
      <dgm:prSet/>
      <dgm:spPr/>
      <dgm:t>
        <a:bodyPr/>
        <a:lstStyle/>
        <a:p>
          <a:endParaRPr lang="en-US"/>
        </a:p>
      </dgm:t>
    </dgm:pt>
    <dgm:pt modelId="{B2F7401A-B13E-441C-8BDC-A0BF9C208B4F}">
      <dgm:prSet>
        <dgm:style>
          <a:lnRef idx="3">
            <a:schemeClr val="lt1"/>
          </a:lnRef>
          <a:fillRef idx="1">
            <a:schemeClr val="dk1"/>
          </a:fillRef>
          <a:effectRef idx="1">
            <a:schemeClr val="dk1"/>
          </a:effectRef>
          <a:fontRef idx="minor">
            <a:schemeClr val="lt1"/>
          </a:fontRef>
        </dgm:style>
      </dgm:prSet>
      <dgm:spPr/>
      <dgm:t>
        <a:bodyPr/>
        <a:lstStyle/>
        <a:p>
          <a:pPr rtl="0"/>
          <a:r>
            <a:rPr lang="en-US" b="1" dirty="0" smtClean="0">
              <a:solidFill>
                <a:srgbClr val="FF0000"/>
              </a:solidFill>
              <a:latin typeface="Arial Black" panose="020B0A04020102020204" pitchFamily="34" charset="0"/>
            </a:rPr>
            <a:t>Secure Communication</a:t>
          </a:r>
          <a:r>
            <a:rPr lang="en-US" b="1" dirty="0" smtClean="0">
              <a:solidFill>
                <a:srgbClr val="FF0000"/>
              </a:solidFill>
            </a:rPr>
            <a:t>:</a:t>
          </a:r>
          <a:r>
            <a:rPr lang="en-US" dirty="0" smtClean="0"/>
            <a:t> For secure online communication, cryptography is crucial. It offers secure mechanisms for transmitting private information like passwords, bank account numbers, and other sensitive data over the Internet.</a:t>
          </a:r>
          <a:endParaRPr lang="en-US" dirty="0"/>
        </a:p>
      </dgm:t>
    </dgm:pt>
    <dgm:pt modelId="{832609A8-2DCC-4F41-902C-2D74CC49C673}" type="parTrans" cxnId="{77562549-8468-44E6-8585-CA517BB17FCC}">
      <dgm:prSet/>
      <dgm:spPr/>
      <dgm:t>
        <a:bodyPr/>
        <a:lstStyle/>
        <a:p>
          <a:endParaRPr lang="en-US"/>
        </a:p>
      </dgm:t>
    </dgm:pt>
    <dgm:pt modelId="{4F6FEAE5-2ABE-4F54-BB4F-892C237651C0}" type="sibTrans" cxnId="{77562549-8468-44E6-8585-CA517BB17FCC}">
      <dgm:prSet/>
      <dgm:spPr/>
      <dgm:t>
        <a:bodyPr/>
        <a:lstStyle/>
        <a:p>
          <a:endParaRPr lang="en-US"/>
        </a:p>
      </dgm:t>
    </dgm:pt>
    <dgm:pt modelId="{AE19CE0C-91AA-4BB1-844A-F8FF8B6EA7F5}">
      <dgm:prSet>
        <dgm:style>
          <a:lnRef idx="0">
            <a:schemeClr val="accent3"/>
          </a:lnRef>
          <a:fillRef idx="3">
            <a:schemeClr val="accent3"/>
          </a:fillRef>
          <a:effectRef idx="3">
            <a:schemeClr val="accent3"/>
          </a:effectRef>
          <a:fontRef idx="minor">
            <a:schemeClr val="lt1"/>
          </a:fontRef>
        </dgm:style>
      </dgm:prSet>
      <dgm:spPr/>
      <dgm:t>
        <a:bodyPr/>
        <a:lstStyle/>
        <a:p>
          <a:pPr rtl="0"/>
          <a:r>
            <a:rPr lang="en-US" b="1" dirty="0" smtClean="0">
              <a:solidFill>
                <a:schemeClr val="bg2">
                  <a:lumMod val="75000"/>
                </a:schemeClr>
              </a:solidFill>
              <a:latin typeface="Arial Black" panose="020B0A04020102020204" pitchFamily="34" charset="0"/>
            </a:rPr>
            <a:t>Protection against attacks</a:t>
          </a:r>
          <a:r>
            <a:rPr lang="en-US" b="1" dirty="0" smtClean="0">
              <a:latin typeface="Arial Black" panose="020B0A04020102020204" pitchFamily="34" charset="0"/>
            </a:rPr>
            <a:t>:</a:t>
          </a:r>
          <a:r>
            <a:rPr lang="en-US" dirty="0" smtClean="0">
              <a:latin typeface="Arial Black" panose="020B0A04020102020204" pitchFamily="34" charset="0"/>
            </a:rPr>
            <a:t> </a:t>
          </a:r>
          <a:r>
            <a:rPr lang="en-US" dirty="0" smtClean="0"/>
            <a:t>Cryptography aids in the defense against various types of assaults, including replay and </a:t>
          </a:r>
          <a:r>
            <a:rPr lang="en-US" u="sng" dirty="0" smtClean="0">
              <a:hlinkClick xmlns:r="http://schemas.openxmlformats.org/officeDocument/2006/relationships" r:id="rId1"/>
            </a:rPr>
            <a:t>man-in-the-middle attacks</a:t>
          </a:r>
          <a:r>
            <a:rPr lang="en-US" dirty="0" smtClean="0"/>
            <a:t>. It offers strategies for spotting and stopping these assaults.</a:t>
          </a:r>
          <a:endParaRPr lang="en-US" dirty="0"/>
        </a:p>
      </dgm:t>
    </dgm:pt>
    <dgm:pt modelId="{12FDD292-2CBE-4091-B798-1B94AC97501C}" type="parTrans" cxnId="{964EF114-4DEC-4078-955E-9DB3C6F268AE}">
      <dgm:prSet/>
      <dgm:spPr/>
      <dgm:t>
        <a:bodyPr/>
        <a:lstStyle/>
        <a:p>
          <a:endParaRPr lang="en-US"/>
        </a:p>
      </dgm:t>
    </dgm:pt>
    <dgm:pt modelId="{13F01D84-D73A-4259-97FC-6924968CA34D}" type="sibTrans" cxnId="{964EF114-4DEC-4078-955E-9DB3C6F268AE}">
      <dgm:prSet/>
      <dgm:spPr/>
      <dgm:t>
        <a:bodyPr/>
        <a:lstStyle/>
        <a:p>
          <a:endParaRPr lang="en-US"/>
        </a:p>
      </dgm:t>
    </dgm:pt>
    <dgm:pt modelId="{5982A0DF-F866-4989-B03F-EF4E791B6EA9}">
      <dgm:prSet>
        <dgm:style>
          <a:lnRef idx="0">
            <a:schemeClr val="accent5"/>
          </a:lnRef>
          <a:fillRef idx="3">
            <a:schemeClr val="accent5"/>
          </a:fillRef>
          <a:effectRef idx="3">
            <a:schemeClr val="accent5"/>
          </a:effectRef>
          <a:fontRef idx="minor">
            <a:schemeClr val="lt1"/>
          </a:fontRef>
        </dgm:style>
      </dgm:prSet>
      <dgm:spPr/>
      <dgm:t>
        <a:bodyPr/>
        <a:lstStyle/>
        <a:p>
          <a:pPr rtl="0"/>
          <a:r>
            <a:rPr lang="en-US" b="1" dirty="0" smtClean="0">
              <a:solidFill>
                <a:srgbClr val="FFC000"/>
              </a:solidFill>
              <a:latin typeface="Arial Black" panose="020B0A04020102020204" pitchFamily="34" charset="0"/>
            </a:rPr>
            <a:t>Compliance with legal requirements</a:t>
          </a:r>
          <a:r>
            <a:rPr lang="en-US" b="1" dirty="0" smtClean="0"/>
            <a:t>: </a:t>
          </a:r>
          <a:r>
            <a:rPr lang="en-US" dirty="0" smtClean="0"/>
            <a:t>Cryptography can assist firms in meeting a variety of legal requirements, including data protection and privacy legislation.</a:t>
          </a:r>
          <a:endParaRPr lang="en-US" dirty="0"/>
        </a:p>
      </dgm:t>
    </dgm:pt>
    <dgm:pt modelId="{DDFBA3FA-71FE-4D3F-AC59-FCF794349301}" type="parTrans" cxnId="{F6A7A2E0-768A-4AEF-8C7A-4A0AA658CE24}">
      <dgm:prSet/>
      <dgm:spPr/>
      <dgm:t>
        <a:bodyPr/>
        <a:lstStyle/>
        <a:p>
          <a:endParaRPr lang="en-US"/>
        </a:p>
      </dgm:t>
    </dgm:pt>
    <dgm:pt modelId="{8709F690-6341-4CD8-B229-93EF7D2D515C}" type="sibTrans" cxnId="{F6A7A2E0-768A-4AEF-8C7A-4A0AA658CE24}">
      <dgm:prSet/>
      <dgm:spPr/>
      <dgm:t>
        <a:bodyPr/>
        <a:lstStyle/>
        <a:p>
          <a:endParaRPr lang="en-US"/>
        </a:p>
      </dgm:t>
    </dgm:pt>
    <dgm:pt modelId="{9BD65AB2-B620-49E1-8AA9-C5BE8EF320B5}" type="pres">
      <dgm:prSet presAssocID="{4C09F9A2-7601-4B5F-B654-910521791C19}" presName="linear" presStyleCnt="0">
        <dgm:presLayoutVars>
          <dgm:animLvl val="lvl"/>
          <dgm:resizeHandles val="exact"/>
        </dgm:presLayoutVars>
      </dgm:prSet>
      <dgm:spPr/>
      <dgm:t>
        <a:bodyPr/>
        <a:lstStyle/>
        <a:p>
          <a:endParaRPr lang="en-US"/>
        </a:p>
      </dgm:t>
    </dgm:pt>
    <dgm:pt modelId="{5045F4BD-787F-4BA4-AE43-12C7E7D06808}" type="pres">
      <dgm:prSet presAssocID="{27840C1A-57EB-440D-A5F2-A891AF0D2561}" presName="parentText" presStyleLbl="node1" presStyleIdx="0" presStyleCnt="5">
        <dgm:presLayoutVars>
          <dgm:chMax val="0"/>
          <dgm:bulletEnabled val="1"/>
        </dgm:presLayoutVars>
      </dgm:prSet>
      <dgm:spPr/>
      <dgm:t>
        <a:bodyPr/>
        <a:lstStyle/>
        <a:p>
          <a:endParaRPr lang="en-US"/>
        </a:p>
      </dgm:t>
    </dgm:pt>
    <dgm:pt modelId="{FDCE4CA8-7813-4C7F-8120-4938DBCD1709}" type="pres">
      <dgm:prSet presAssocID="{BDF3AC53-5C1B-4E03-89BD-D24BE3544361}" presName="spacer" presStyleCnt="0"/>
      <dgm:spPr/>
    </dgm:pt>
    <dgm:pt modelId="{D24E11BE-8092-47E7-9C63-1343378B2A2B}" type="pres">
      <dgm:prSet presAssocID="{E889B0DC-1A6E-4B0A-839E-B029B504B3C3}" presName="parentText" presStyleLbl="node1" presStyleIdx="1" presStyleCnt="5">
        <dgm:presLayoutVars>
          <dgm:chMax val="0"/>
          <dgm:bulletEnabled val="1"/>
        </dgm:presLayoutVars>
      </dgm:prSet>
      <dgm:spPr/>
      <dgm:t>
        <a:bodyPr/>
        <a:lstStyle/>
        <a:p>
          <a:endParaRPr lang="en-US"/>
        </a:p>
      </dgm:t>
    </dgm:pt>
    <dgm:pt modelId="{7C9F1124-23D1-4B1D-89EE-246FB8BE9FCC}" type="pres">
      <dgm:prSet presAssocID="{15AB095C-1B8D-4568-A6F8-6BD653D0921C}" presName="spacer" presStyleCnt="0"/>
      <dgm:spPr/>
    </dgm:pt>
    <dgm:pt modelId="{931A06B4-69E9-4139-AA8D-697CB14DC7F3}" type="pres">
      <dgm:prSet presAssocID="{B2F7401A-B13E-441C-8BDC-A0BF9C208B4F}" presName="parentText" presStyleLbl="node1" presStyleIdx="2" presStyleCnt="5">
        <dgm:presLayoutVars>
          <dgm:chMax val="0"/>
          <dgm:bulletEnabled val="1"/>
        </dgm:presLayoutVars>
      </dgm:prSet>
      <dgm:spPr/>
      <dgm:t>
        <a:bodyPr/>
        <a:lstStyle/>
        <a:p>
          <a:endParaRPr lang="en-US"/>
        </a:p>
      </dgm:t>
    </dgm:pt>
    <dgm:pt modelId="{24EDCF84-F088-4A4B-BE99-EE9D19E922F2}" type="pres">
      <dgm:prSet presAssocID="{4F6FEAE5-2ABE-4F54-BB4F-892C237651C0}" presName="spacer" presStyleCnt="0"/>
      <dgm:spPr/>
    </dgm:pt>
    <dgm:pt modelId="{EFDE1120-4D4F-43B6-BFB9-D2B5855A1925}" type="pres">
      <dgm:prSet presAssocID="{AE19CE0C-91AA-4BB1-844A-F8FF8B6EA7F5}" presName="parentText" presStyleLbl="node1" presStyleIdx="3" presStyleCnt="5">
        <dgm:presLayoutVars>
          <dgm:chMax val="0"/>
          <dgm:bulletEnabled val="1"/>
        </dgm:presLayoutVars>
      </dgm:prSet>
      <dgm:spPr/>
      <dgm:t>
        <a:bodyPr/>
        <a:lstStyle/>
        <a:p>
          <a:endParaRPr lang="en-US"/>
        </a:p>
      </dgm:t>
    </dgm:pt>
    <dgm:pt modelId="{E5D1F1E2-F2BE-4D4C-8D32-52A963E21994}" type="pres">
      <dgm:prSet presAssocID="{13F01D84-D73A-4259-97FC-6924968CA34D}" presName="spacer" presStyleCnt="0"/>
      <dgm:spPr/>
    </dgm:pt>
    <dgm:pt modelId="{F6B1266B-A8DA-4A4E-8BF8-A9D079F761E0}" type="pres">
      <dgm:prSet presAssocID="{5982A0DF-F866-4989-B03F-EF4E791B6EA9}" presName="parentText" presStyleLbl="node1" presStyleIdx="4" presStyleCnt="5">
        <dgm:presLayoutVars>
          <dgm:chMax val="0"/>
          <dgm:bulletEnabled val="1"/>
        </dgm:presLayoutVars>
      </dgm:prSet>
      <dgm:spPr/>
      <dgm:t>
        <a:bodyPr/>
        <a:lstStyle/>
        <a:p>
          <a:endParaRPr lang="en-US"/>
        </a:p>
      </dgm:t>
    </dgm:pt>
  </dgm:ptLst>
  <dgm:cxnLst>
    <dgm:cxn modelId="{9C57727B-7606-4B87-9D21-5D8E9C2665D5}" type="presOf" srcId="{E889B0DC-1A6E-4B0A-839E-B029B504B3C3}" destId="{D24E11BE-8092-47E7-9C63-1343378B2A2B}" srcOrd="0" destOrd="0" presId="urn:microsoft.com/office/officeart/2005/8/layout/vList2"/>
    <dgm:cxn modelId="{F6BCE17E-2E18-4CE3-BB6D-285712DDEE6F}" type="presOf" srcId="{27840C1A-57EB-440D-A5F2-A891AF0D2561}" destId="{5045F4BD-787F-4BA4-AE43-12C7E7D06808}" srcOrd="0" destOrd="0" presId="urn:microsoft.com/office/officeart/2005/8/layout/vList2"/>
    <dgm:cxn modelId="{092E25E4-227A-42DB-85AB-49333F42A7F4}" type="presOf" srcId="{AE19CE0C-91AA-4BB1-844A-F8FF8B6EA7F5}" destId="{EFDE1120-4D4F-43B6-BFB9-D2B5855A1925}" srcOrd="0" destOrd="0" presId="urn:microsoft.com/office/officeart/2005/8/layout/vList2"/>
    <dgm:cxn modelId="{77562549-8468-44E6-8585-CA517BB17FCC}" srcId="{4C09F9A2-7601-4B5F-B654-910521791C19}" destId="{B2F7401A-B13E-441C-8BDC-A0BF9C208B4F}" srcOrd="2" destOrd="0" parTransId="{832609A8-2DCC-4F41-902C-2D74CC49C673}" sibTransId="{4F6FEAE5-2ABE-4F54-BB4F-892C237651C0}"/>
    <dgm:cxn modelId="{F6A7A2E0-768A-4AEF-8C7A-4A0AA658CE24}" srcId="{4C09F9A2-7601-4B5F-B654-910521791C19}" destId="{5982A0DF-F866-4989-B03F-EF4E791B6EA9}" srcOrd="4" destOrd="0" parTransId="{DDFBA3FA-71FE-4D3F-AC59-FCF794349301}" sibTransId="{8709F690-6341-4CD8-B229-93EF7D2D515C}"/>
    <dgm:cxn modelId="{756F9964-1A84-4784-8A63-D98D6DE9A067}" type="presOf" srcId="{B2F7401A-B13E-441C-8BDC-A0BF9C208B4F}" destId="{931A06B4-69E9-4139-AA8D-697CB14DC7F3}" srcOrd="0" destOrd="0" presId="urn:microsoft.com/office/officeart/2005/8/layout/vList2"/>
    <dgm:cxn modelId="{D54A68C2-6C35-42E9-83A0-57012BF3DA4E}" type="presOf" srcId="{5982A0DF-F866-4989-B03F-EF4E791B6EA9}" destId="{F6B1266B-A8DA-4A4E-8BF8-A9D079F761E0}" srcOrd="0" destOrd="0" presId="urn:microsoft.com/office/officeart/2005/8/layout/vList2"/>
    <dgm:cxn modelId="{B6B227D2-2750-469D-91A0-DEE8D828D5C0}" srcId="{4C09F9A2-7601-4B5F-B654-910521791C19}" destId="{E889B0DC-1A6E-4B0A-839E-B029B504B3C3}" srcOrd="1" destOrd="0" parTransId="{24FF5CC6-A3A2-4CB6-BC17-580CBF9C373F}" sibTransId="{15AB095C-1B8D-4568-A6F8-6BD653D0921C}"/>
    <dgm:cxn modelId="{32A687D9-4BAF-4581-B901-BD85CB797AC5}" srcId="{4C09F9A2-7601-4B5F-B654-910521791C19}" destId="{27840C1A-57EB-440D-A5F2-A891AF0D2561}" srcOrd="0" destOrd="0" parTransId="{8C7B270F-8431-490A-BB9B-AE043815E617}" sibTransId="{BDF3AC53-5C1B-4E03-89BD-D24BE3544361}"/>
    <dgm:cxn modelId="{964EF114-4DEC-4078-955E-9DB3C6F268AE}" srcId="{4C09F9A2-7601-4B5F-B654-910521791C19}" destId="{AE19CE0C-91AA-4BB1-844A-F8FF8B6EA7F5}" srcOrd="3" destOrd="0" parTransId="{12FDD292-2CBE-4091-B798-1B94AC97501C}" sibTransId="{13F01D84-D73A-4259-97FC-6924968CA34D}"/>
    <dgm:cxn modelId="{174567F2-3D13-43A0-98E3-F365F521FB28}" type="presOf" srcId="{4C09F9A2-7601-4B5F-B654-910521791C19}" destId="{9BD65AB2-B620-49E1-8AA9-C5BE8EF320B5}" srcOrd="0" destOrd="0" presId="urn:microsoft.com/office/officeart/2005/8/layout/vList2"/>
    <dgm:cxn modelId="{3AB6F25A-5CDE-400B-B216-C35EF57F4997}" type="presParOf" srcId="{9BD65AB2-B620-49E1-8AA9-C5BE8EF320B5}" destId="{5045F4BD-787F-4BA4-AE43-12C7E7D06808}" srcOrd="0" destOrd="0" presId="urn:microsoft.com/office/officeart/2005/8/layout/vList2"/>
    <dgm:cxn modelId="{C22DC28A-B60F-4D83-9E75-B3DBA0360018}" type="presParOf" srcId="{9BD65AB2-B620-49E1-8AA9-C5BE8EF320B5}" destId="{FDCE4CA8-7813-4C7F-8120-4938DBCD1709}" srcOrd="1" destOrd="0" presId="urn:microsoft.com/office/officeart/2005/8/layout/vList2"/>
    <dgm:cxn modelId="{EC700DC9-889A-428B-BAE0-9E9DCA8D189A}" type="presParOf" srcId="{9BD65AB2-B620-49E1-8AA9-C5BE8EF320B5}" destId="{D24E11BE-8092-47E7-9C63-1343378B2A2B}" srcOrd="2" destOrd="0" presId="urn:microsoft.com/office/officeart/2005/8/layout/vList2"/>
    <dgm:cxn modelId="{B78FD873-E533-4B48-967D-6067A8EF21E7}" type="presParOf" srcId="{9BD65AB2-B620-49E1-8AA9-C5BE8EF320B5}" destId="{7C9F1124-23D1-4B1D-89EE-246FB8BE9FCC}" srcOrd="3" destOrd="0" presId="urn:microsoft.com/office/officeart/2005/8/layout/vList2"/>
    <dgm:cxn modelId="{8C95D964-0FF4-4313-B041-D150B05081B2}" type="presParOf" srcId="{9BD65AB2-B620-49E1-8AA9-C5BE8EF320B5}" destId="{931A06B4-69E9-4139-AA8D-697CB14DC7F3}" srcOrd="4" destOrd="0" presId="urn:microsoft.com/office/officeart/2005/8/layout/vList2"/>
    <dgm:cxn modelId="{DE09FCE5-3BDA-4423-998F-D7143220C0DD}" type="presParOf" srcId="{9BD65AB2-B620-49E1-8AA9-C5BE8EF320B5}" destId="{24EDCF84-F088-4A4B-BE99-EE9D19E922F2}" srcOrd="5" destOrd="0" presId="urn:microsoft.com/office/officeart/2005/8/layout/vList2"/>
    <dgm:cxn modelId="{848B1E59-A7FB-4B75-BDB8-ECDB0A55E125}" type="presParOf" srcId="{9BD65AB2-B620-49E1-8AA9-C5BE8EF320B5}" destId="{EFDE1120-4D4F-43B6-BFB9-D2B5855A1925}" srcOrd="6" destOrd="0" presId="urn:microsoft.com/office/officeart/2005/8/layout/vList2"/>
    <dgm:cxn modelId="{6C176D53-1326-43F5-B449-001695415E22}" type="presParOf" srcId="{9BD65AB2-B620-49E1-8AA9-C5BE8EF320B5}" destId="{E5D1F1E2-F2BE-4D4C-8D32-52A963E21994}" srcOrd="7" destOrd="0" presId="urn:microsoft.com/office/officeart/2005/8/layout/vList2"/>
    <dgm:cxn modelId="{3BB15E79-4D0B-4E1C-8E81-08AA66CB7F14}" type="presParOf" srcId="{9BD65AB2-B620-49E1-8AA9-C5BE8EF320B5}" destId="{F6B1266B-A8DA-4A4E-8BF8-A9D079F761E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BB1EC4-783B-4CF1-BDEA-917742B5137F}">
      <dsp:nvSpPr>
        <dsp:cNvPr id="0" name=""/>
        <dsp:cNvSpPr/>
      </dsp:nvSpPr>
      <dsp:spPr>
        <a:xfrm>
          <a:off x="0" y="47"/>
          <a:ext cx="9486309" cy="752895"/>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l" defTabSz="1466850" rtl="0">
            <a:lnSpc>
              <a:spcPct val="90000"/>
            </a:lnSpc>
            <a:spcBef>
              <a:spcPct val="0"/>
            </a:spcBef>
            <a:spcAft>
              <a:spcPct val="35000"/>
            </a:spcAft>
          </a:pPr>
          <a:r>
            <a:rPr lang="en-US" sz="3300" b="1" kern="1200" baseline="0" smtClean="0"/>
            <a:t>Cryptography Introduction</a:t>
          </a:r>
          <a:endParaRPr lang="en-US" sz="3300" kern="1200"/>
        </a:p>
      </dsp:txBody>
      <dsp:txXfrm>
        <a:off x="36753" y="36800"/>
        <a:ext cx="9412803" cy="6793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E1E38B-9D7B-4562-842C-31059F3952CA}">
      <dsp:nvSpPr>
        <dsp:cNvPr id="0" name=""/>
        <dsp:cNvSpPr/>
      </dsp:nvSpPr>
      <dsp:spPr>
        <a:xfrm>
          <a:off x="3795806" y="0"/>
          <a:ext cx="6222461" cy="281432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rtl="0">
            <a:lnSpc>
              <a:spcPct val="90000"/>
            </a:lnSpc>
            <a:spcBef>
              <a:spcPct val="0"/>
            </a:spcBef>
            <a:spcAft>
              <a:spcPct val="35000"/>
            </a:spcAft>
          </a:pPr>
          <a:r>
            <a:rPr lang="en-US" sz="1700" b="1" kern="1200" dirty="0" smtClean="0"/>
            <a:t>Cryptography</a:t>
          </a:r>
          <a:r>
            <a:rPr lang="en-US" sz="1700" kern="1200" dirty="0" smtClean="0"/>
            <a:t> </a:t>
          </a:r>
          <a:r>
            <a:rPr lang="en-US" sz="1700" b="1" kern="1200" dirty="0" smtClean="0"/>
            <a:t>i</a:t>
          </a:r>
          <a:r>
            <a:rPr lang="en-US" sz="1700" kern="1200" dirty="0" smtClean="0"/>
            <a:t>s a technique of securing communication by converting plain text into unintelligible cipher text. It involves various algorithms and protocols to ensure data confidentiality, integrity, authentication, and non-repudiation. The two primary types of cryptography are symmetric key cryptography and asymmetric key cryptography and It plays a vital role in ensuring the security and privacy of information in today’s digital world and enables secure online transactions, protects sensitive data stored in databases, and ensures the confidentiality of communication. As technology continues to advance, cryptography remains a crucial tool in the ongoing battle to keep our information safe from hackers.</a:t>
          </a:r>
          <a:endParaRPr lang="en-US" sz="1700" kern="1200" dirty="0"/>
        </a:p>
      </dsp:txBody>
      <dsp:txXfrm>
        <a:off x="3795806" y="0"/>
        <a:ext cx="6222461" cy="2814320"/>
      </dsp:txXfrm>
    </dsp:sp>
    <dsp:sp modelId="{62238A4F-D048-4D6E-B34E-ECB71EFCB55E}">
      <dsp:nvSpPr>
        <dsp:cNvPr id="0" name=""/>
        <dsp:cNvSpPr/>
      </dsp:nvSpPr>
      <dsp:spPr>
        <a:xfrm>
          <a:off x="731011" y="0"/>
          <a:ext cx="2786176" cy="2814320"/>
        </a:xfrm>
        <a:prstGeom prst="rect">
          <a:avLst/>
        </a:prstGeom>
        <a:blipFill rotWithShape="1">
          <a:blip xmlns:r="http://schemas.openxmlformats.org/officeDocument/2006/relationships" r:embed="rId1"/>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00D74-DB53-4A47-B7CE-06365B3FF234}">
      <dsp:nvSpPr>
        <dsp:cNvPr id="0" name=""/>
        <dsp:cNvSpPr/>
      </dsp:nvSpPr>
      <dsp:spPr>
        <a:xfrm>
          <a:off x="4836" y="0"/>
          <a:ext cx="9896324" cy="996922"/>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704" tIns="149352" rIns="74676" bIns="149352" numCol="1" spcCol="1270" anchor="ctr" anchorCtr="0">
          <a:noAutofit/>
        </a:bodyPr>
        <a:lstStyle/>
        <a:p>
          <a:pPr lvl="0" algn="ctr" defTabSz="2489200" rtl="0">
            <a:lnSpc>
              <a:spcPct val="90000"/>
            </a:lnSpc>
            <a:spcBef>
              <a:spcPct val="0"/>
            </a:spcBef>
            <a:spcAft>
              <a:spcPct val="35000"/>
            </a:spcAft>
          </a:pPr>
          <a:r>
            <a:rPr lang="en-US" sz="5600" b="1" kern="1200" baseline="0" smtClean="0"/>
            <a:t>Cryptographic Principles</a:t>
          </a:r>
          <a:endParaRPr lang="en-US" sz="5600" kern="1200"/>
        </a:p>
      </dsp:txBody>
      <dsp:txXfrm>
        <a:off x="4836" y="0"/>
        <a:ext cx="9647094" cy="9969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00129-FD96-4FFC-9D94-90AAFC2B75FF}">
      <dsp:nvSpPr>
        <dsp:cNvPr id="0" name=""/>
        <dsp:cNvSpPr/>
      </dsp:nvSpPr>
      <dsp:spPr>
        <a:xfrm>
          <a:off x="0" y="0"/>
          <a:ext cx="7924799" cy="944581"/>
        </a:xfrm>
        <a:prstGeom prst="roundRect">
          <a:avLst>
            <a:gd name="adj" fmla="val 1000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Confidentiality</a:t>
          </a:r>
          <a:r>
            <a:rPr lang="en-US" sz="1600" kern="1200" smtClean="0"/>
            <a:t> refers to certain rules and guidelines usually executed under confidentiality agreements which ensure that the information is restricted to certain people or places.</a:t>
          </a:r>
          <a:endParaRPr lang="en-US" sz="1600" kern="1200"/>
        </a:p>
      </dsp:txBody>
      <dsp:txXfrm>
        <a:off x="27666" y="27666"/>
        <a:ext cx="6825704" cy="889249"/>
      </dsp:txXfrm>
    </dsp:sp>
    <dsp:sp modelId="{E8BC9948-14A0-4CFC-B092-0996C4F2BA49}">
      <dsp:nvSpPr>
        <dsp:cNvPr id="0" name=""/>
        <dsp:cNvSpPr/>
      </dsp:nvSpPr>
      <dsp:spPr>
        <a:xfrm>
          <a:off x="663701" y="1116323"/>
          <a:ext cx="7924799" cy="944581"/>
        </a:xfrm>
        <a:prstGeom prst="roundRect">
          <a:avLst>
            <a:gd name="adj" fmla="val 1000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Data integrity</a:t>
          </a:r>
          <a:r>
            <a:rPr lang="en-US" sz="1600" kern="1200" smtClean="0"/>
            <a:t> refers to maintaining and making sure that the data stays accurate and consistent over its entire life cycle.</a:t>
          </a:r>
          <a:endParaRPr lang="en-US" sz="1600" kern="1200"/>
        </a:p>
      </dsp:txBody>
      <dsp:txXfrm>
        <a:off x="691367" y="1143989"/>
        <a:ext cx="6591787" cy="889249"/>
      </dsp:txXfrm>
    </dsp:sp>
    <dsp:sp modelId="{3B4094BE-D930-4317-ADC0-73DBED98B2C3}">
      <dsp:nvSpPr>
        <dsp:cNvPr id="0" name=""/>
        <dsp:cNvSpPr/>
      </dsp:nvSpPr>
      <dsp:spPr>
        <a:xfrm>
          <a:off x="1317497" y="2232647"/>
          <a:ext cx="7924799" cy="944581"/>
        </a:xfrm>
        <a:prstGeom prst="roundRect">
          <a:avLst>
            <a:gd name="adj" fmla="val 1000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Authentication</a:t>
          </a:r>
          <a:r>
            <a:rPr lang="en-US" sz="1600" kern="1200" smtClean="0"/>
            <a:t> is the process of making sure that the piece of data being claimed by the user belongs to it.</a:t>
          </a:r>
          <a:endParaRPr lang="en-US" sz="1600" kern="1200"/>
        </a:p>
      </dsp:txBody>
      <dsp:txXfrm>
        <a:off x="1345163" y="2260313"/>
        <a:ext cx="6601693" cy="889249"/>
      </dsp:txXfrm>
    </dsp:sp>
    <dsp:sp modelId="{F28DDEB7-D1E3-4B81-B736-D2F9280D99EB}">
      <dsp:nvSpPr>
        <dsp:cNvPr id="0" name=""/>
        <dsp:cNvSpPr/>
      </dsp:nvSpPr>
      <dsp:spPr>
        <a:xfrm>
          <a:off x="1981199" y="3348971"/>
          <a:ext cx="7924799" cy="944581"/>
        </a:xfrm>
        <a:prstGeom prst="roundRect">
          <a:avLst>
            <a:gd name="adj" fmla="val 1000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Non-repudiation</a:t>
          </a:r>
          <a:r>
            <a:rPr lang="en-US" sz="1600" kern="1200" smtClean="0"/>
            <a:t> refers to the ability to make sure that a person or a party associated with a contract or a communication cannot deny the authenticity of their signature over their document or the sending of a message.</a:t>
          </a:r>
          <a:endParaRPr lang="en-US" sz="1600" kern="1200"/>
        </a:p>
      </dsp:txBody>
      <dsp:txXfrm>
        <a:off x="2008865" y="3376637"/>
        <a:ext cx="6591787" cy="889249"/>
      </dsp:txXfrm>
    </dsp:sp>
    <dsp:sp modelId="{B7FA046C-D1EA-4D27-BB18-6FF766914DE9}">
      <dsp:nvSpPr>
        <dsp:cNvPr id="0" name=""/>
        <dsp:cNvSpPr/>
      </dsp:nvSpPr>
      <dsp:spPr>
        <a:xfrm>
          <a:off x="7310821" y="723463"/>
          <a:ext cx="613978" cy="613978"/>
        </a:xfrm>
        <a:prstGeom prst="downArrow">
          <a:avLst>
            <a:gd name="adj1" fmla="val 55000"/>
            <a:gd name="adj2" fmla="val 45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a:p>
      </dsp:txBody>
      <dsp:txXfrm>
        <a:off x="7448966" y="723463"/>
        <a:ext cx="337688" cy="462018"/>
      </dsp:txXfrm>
    </dsp:sp>
    <dsp:sp modelId="{D092B543-0CF0-4F8C-AF47-7CE987AF7476}">
      <dsp:nvSpPr>
        <dsp:cNvPr id="0" name=""/>
        <dsp:cNvSpPr/>
      </dsp:nvSpPr>
      <dsp:spPr>
        <a:xfrm>
          <a:off x="7974523" y="1839787"/>
          <a:ext cx="613978" cy="613978"/>
        </a:xfrm>
        <a:prstGeom prst="downArrow">
          <a:avLst>
            <a:gd name="adj1" fmla="val 55000"/>
            <a:gd name="adj2" fmla="val 45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a:p>
      </dsp:txBody>
      <dsp:txXfrm>
        <a:off x="8112668" y="1839787"/>
        <a:ext cx="337688" cy="462018"/>
      </dsp:txXfrm>
    </dsp:sp>
    <dsp:sp modelId="{42CF3627-F8A6-440B-8C6C-CD4E89D41867}">
      <dsp:nvSpPr>
        <dsp:cNvPr id="0" name=""/>
        <dsp:cNvSpPr/>
      </dsp:nvSpPr>
      <dsp:spPr>
        <a:xfrm>
          <a:off x="8628318" y="2956111"/>
          <a:ext cx="613978" cy="613978"/>
        </a:xfrm>
        <a:prstGeom prst="downArrow">
          <a:avLst>
            <a:gd name="adj1" fmla="val 55000"/>
            <a:gd name="adj2" fmla="val 45000"/>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lvl="0" algn="ctr" defTabSz="1333500">
            <a:lnSpc>
              <a:spcPct val="90000"/>
            </a:lnSpc>
            <a:spcBef>
              <a:spcPct val="0"/>
            </a:spcBef>
            <a:spcAft>
              <a:spcPct val="35000"/>
            </a:spcAft>
          </a:pPr>
          <a:endParaRPr lang="en-US" sz="3000" kern="1200"/>
        </a:p>
      </dsp:txBody>
      <dsp:txXfrm>
        <a:off x="8766463" y="2956111"/>
        <a:ext cx="337688" cy="4620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54854-AE95-475C-9B61-87C6518DA9F2}">
      <dsp:nvSpPr>
        <dsp:cNvPr id="0" name=""/>
        <dsp:cNvSpPr/>
      </dsp:nvSpPr>
      <dsp:spPr>
        <a:xfrm>
          <a:off x="4836" y="0"/>
          <a:ext cx="9896324" cy="1478570"/>
        </a:xfrm>
        <a:prstGeom prst="roundRect">
          <a:avLst>
            <a:gd name="adj" fmla="val 1000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47650" tIns="247650" rIns="247650" bIns="247650" numCol="1" spcCol="1270" anchor="ctr" anchorCtr="0">
          <a:noAutofit/>
        </a:bodyPr>
        <a:lstStyle/>
        <a:p>
          <a:pPr lvl="0" algn="ctr" defTabSz="2889250" rtl="0">
            <a:lnSpc>
              <a:spcPct val="90000"/>
            </a:lnSpc>
            <a:spcBef>
              <a:spcPct val="0"/>
            </a:spcBef>
            <a:spcAft>
              <a:spcPct val="35000"/>
            </a:spcAft>
          </a:pPr>
          <a:r>
            <a:rPr lang="en-US" sz="6500" b="1" kern="1200" baseline="0" dirty="0" smtClean="0"/>
            <a:t>Types of Cryptography</a:t>
          </a:r>
          <a:endParaRPr lang="en-US" sz="6500" kern="1200" dirty="0"/>
        </a:p>
      </dsp:txBody>
      <dsp:txXfrm>
        <a:off x="48142" y="43306"/>
        <a:ext cx="9809712" cy="13919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41CF18-A109-475A-9417-A438878FF008}">
      <dsp:nvSpPr>
        <dsp:cNvPr id="0" name=""/>
        <dsp:cNvSpPr/>
      </dsp:nvSpPr>
      <dsp:spPr>
        <a:xfrm rot="10800000">
          <a:off x="1999314" y="1270"/>
          <a:ext cx="6929744" cy="1009095"/>
        </a:xfrm>
        <a:prstGeom prst="homePlate">
          <a:avLst/>
        </a:prstGeom>
        <a:gradFill rotWithShape="1">
          <a:gsLst>
            <a:gs pos="0">
              <a:schemeClr val="accent2">
                <a:tint val="58000"/>
                <a:satMod val="108000"/>
                <a:lumMod val="110000"/>
              </a:schemeClr>
            </a:gs>
            <a:gs pos="100000">
              <a:schemeClr val="accent2">
                <a:tint val="81000"/>
                <a:satMod val="109000"/>
                <a:lumMod val="105000"/>
              </a:schemeClr>
            </a:gs>
          </a:gsLst>
          <a:lin ang="5040000" scaled="0"/>
        </a:gradFill>
        <a:ln w="9525" cap="flat" cmpd="sng" algn="ctr">
          <a:solidFill>
            <a:schemeClr val="accent2"/>
          </a:solidFill>
          <a:prstDash val="solid"/>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444983" tIns="64770" rIns="120904" bIns="64770" numCol="1" spcCol="1270" anchor="ctr" anchorCtr="0">
          <a:noAutofit/>
        </a:bodyPr>
        <a:lstStyle/>
        <a:p>
          <a:pPr lvl="0" algn="ctr" defTabSz="755650" rtl="0">
            <a:lnSpc>
              <a:spcPct val="90000"/>
            </a:lnSpc>
            <a:spcBef>
              <a:spcPct val="0"/>
            </a:spcBef>
            <a:spcAft>
              <a:spcPct val="35000"/>
            </a:spcAft>
          </a:pPr>
          <a:r>
            <a:rPr lang="en-US" sz="1700" b="1" kern="1200" dirty="0" smtClean="0"/>
            <a:t>1. Symmetric-key cryptography:</a:t>
          </a:r>
          <a:r>
            <a:rPr lang="en-US" sz="1700" kern="1200" dirty="0" smtClean="0"/>
            <a:t> This type of cryptography involves the use of a single key to encrypt and decrypt data. Both the sender and receiver use the same key, which must be kept secret to maintain the security of the communication.</a:t>
          </a:r>
          <a:endParaRPr lang="en-US" sz="1700" kern="1200" dirty="0"/>
        </a:p>
      </dsp:txBody>
      <dsp:txXfrm rot="10800000">
        <a:off x="2251588" y="1270"/>
        <a:ext cx="6677470" cy="1009095"/>
      </dsp:txXfrm>
    </dsp:sp>
    <dsp:sp modelId="{670B2B1F-0229-4EAA-84E8-1FF23D0BE60B}">
      <dsp:nvSpPr>
        <dsp:cNvPr id="0" name=""/>
        <dsp:cNvSpPr/>
      </dsp:nvSpPr>
      <dsp:spPr>
        <a:xfrm>
          <a:off x="1491608" y="1270"/>
          <a:ext cx="1015412" cy="1009095"/>
        </a:xfrm>
        <a:prstGeom prst="ellipse">
          <a:avLst/>
        </a:prstGeom>
        <a:blipFill rotWithShape="1">
          <a:blip xmlns:r="http://schemas.openxmlformats.org/officeDocument/2006/relationships" r:embed="rId1"/>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EE9E55F-D734-48AC-BAF0-059376851BA2}">
      <dsp:nvSpPr>
        <dsp:cNvPr id="0" name=""/>
        <dsp:cNvSpPr/>
      </dsp:nvSpPr>
      <dsp:spPr>
        <a:xfrm rot="10800000">
          <a:off x="1997735" y="1266309"/>
          <a:ext cx="6929744" cy="1009095"/>
        </a:xfrm>
        <a:prstGeom prst="homePlate">
          <a:avLst/>
        </a:prstGeom>
        <a:gradFill rotWithShape="1">
          <a:gsLst>
            <a:gs pos="0">
              <a:schemeClr val="accent6">
                <a:tint val="58000"/>
                <a:satMod val="108000"/>
                <a:lumMod val="110000"/>
              </a:schemeClr>
            </a:gs>
            <a:gs pos="100000">
              <a:schemeClr val="accent6">
                <a:tint val="81000"/>
                <a:satMod val="109000"/>
                <a:lumMod val="105000"/>
              </a:schemeClr>
            </a:gs>
          </a:gsLst>
          <a:lin ang="5040000" scaled="0"/>
        </a:gradFill>
        <a:ln w="9525" cap="flat" cmpd="sng" algn="ctr">
          <a:solidFill>
            <a:schemeClr val="accent6"/>
          </a:solidFill>
          <a:prstDash val="solid"/>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444983" tIns="64770" rIns="120904" bIns="64770" numCol="1" spcCol="1270" anchor="ctr" anchorCtr="0">
          <a:noAutofit/>
        </a:bodyPr>
        <a:lstStyle/>
        <a:p>
          <a:pPr lvl="0" algn="ctr" defTabSz="755650" rtl="0">
            <a:lnSpc>
              <a:spcPct val="90000"/>
            </a:lnSpc>
            <a:spcBef>
              <a:spcPct val="0"/>
            </a:spcBef>
            <a:spcAft>
              <a:spcPct val="35000"/>
            </a:spcAft>
          </a:pPr>
          <a:r>
            <a:rPr lang="en-US" sz="1700" b="1" kern="1200" dirty="0" smtClean="0"/>
            <a:t>2. Asymmetric-key cryptography: </a:t>
          </a:r>
          <a:r>
            <a:rPr lang="en-US" sz="1700" kern="1200" dirty="0" smtClean="0"/>
            <a:t>Asymmetric-key cryptography, also known as public-key cryptography, uses a pair of keys – a public key and a private key – to encrypt and decrypt data. The public key is available to anyone, while the private key is kept secret by the owner.</a:t>
          </a:r>
          <a:endParaRPr lang="en-US" sz="1700" kern="1200" dirty="0"/>
        </a:p>
      </dsp:txBody>
      <dsp:txXfrm rot="10800000">
        <a:off x="2250009" y="1266309"/>
        <a:ext cx="6677470" cy="1009095"/>
      </dsp:txXfrm>
    </dsp:sp>
    <dsp:sp modelId="{76A5F698-6727-4531-9B24-26EE4099F84E}">
      <dsp:nvSpPr>
        <dsp:cNvPr id="0" name=""/>
        <dsp:cNvSpPr/>
      </dsp:nvSpPr>
      <dsp:spPr>
        <a:xfrm>
          <a:off x="1493188" y="1266309"/>
          <a:ext cx="1009095" cy="1009095"/>
        </a:xfrm>
        <a:prstGeom prst="ellipse">
          <a:avLst/>
        </a:prstGeom>
        <a:blipFill rotWithShape="1">
          <a:blip xmlns:r="http://schemas.openxmlformats.org/officeDocument/2006/relationships" r:embed="rId2"/>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1CBE1A-F517-4B7B-BB8A-4064BF6EAB45}">
      <dsp:nvSpPr>
        <dsp:cNvPr id="0" name=""/>
        <dsp:cNvSpPr/>
      </dsp:nvSpPr>
      <dsp:spPr>
        <a:xfrm rot="10800000">
          <a:off x="1997735" y="2531348"/>
          <a:ext cx="6929744" cy="1009095"/>
        </a:xfrm>
        <a:prstGeom prst="homePlate">
          <a:avLst/>
        </a:prstGeom>
        <a:gradFill rotWithShape="1">
          <a:gsLst>
            <a:gs pos="0">
              <a:schemeClr val="dk1">
                <a:tint val="58000"/>
                <a:satMod val="108000"/>
                <a:lumMod val="110000"/>
              </a:schemeClr>
            </a:gs>
            <a:gs pos="100000">
              <a:schemeClr val="dk1">
                <a:tint val="81000"/>
                <a:satMod val="109000"/>
                <a:lumMod val="105000"/>
              </a:schemeClr>
            </a:gs>
          </a:gsLst>
          <a:lin ang="5040000" scaled="0"/>
        </a:gradFill>
        <a:ln w="9525" cap="flat" cmpd="sng" algn="ctr">
          <a:solidFill>
            <a:schemeClr val="dk1"/>
          </a:solidFill>
          <a:prstDash val="solid"/>
        </a:ln>
        <a:effectLst/>
      </dsp:spPr>
      <dsp:style>
        <a:lnRef idx="1">
          <a:schemeClr val="dk1"/>
        </a:lnRef>
        <a:fillRef idx="2">
          <a:schemeClr val="dk1"/>
        </a:fillRef>
        <a:effectRef idx="1">
          <a:schemeClr val="dk1"/>
        </a:effectRef>
        <a:fontRef idx="minor">
          <a:schemeClr val="dk1"/>
        </a:fontRef>
      </dsp:style>
      <dsp:txBody>
        <a:bodyPr spcFirstLastPara="0" vert="horz" wrap="square" lIns="444983" tIns="64770" rIns="120904" bIns="64770" numCol="1" spcCol="1270" anchor="ctr" anchorCtr="0">
          <a:noAutofit/>
        </a:bodyPr>
        <a:lstStyle/>
        <a:p>
          <a:pPr lvl="0" algn="ctr" defTabSz="755650" rtl="0">
            <a:lnSpc>
              <a:spcPct val="90000"/>
            </a:lnSpc>
            <a:spcBef>
              <a:spcPct val="0"/>
            </a:spcBef>
            <a:spcAft>
              <a:spcPct val="35000"/>
            </a:spcAft>
          </a:pPr>
          <a:r>
            <a:rPr lang="en-US" sz="1700" b="1" kern="1200" dirty="0" smtClean="0"/>
            <a:t>3. Hash functions:</a:t>
          </a:r>
          <a:r>
            <a:rPr lang="en-US" sz="1700" kern="1200" dirty="0" smtClean="0"/>
            <a:t> A hash function is a mathematical algorithm that converts data of any size into a fixed-size output. Hash functions are often used to verify the integrity of data and ensure that it has not been tampered with.</a:t>
          </a:r>
          <a:endParaRPr lang="en-US" sz="1700" kern="1200" dirty="0"/>
        </a:p>
      </dsp:txBody>
      <dsp:txXfrm rot="10800000">
        <a:off x="2250009" y="2531348"/>
        <a:ext cx="6677470" cy="1009095"/>
      </dsp:txXfrm>
    </dsp:sp>
    <dsp:sp modelId="{8F090F4D-8E3B-487C-95D3-1E37595B774E}">
      <dsp:nvSpPr>
        <dsp:cNvPr id="0" name=""/>
        <dsp:cNvSpPr/>
      </dsp:nvSpPr>
      <dsp:spPr>
        <a:xfrm>
          <a:off x="1493188" y="2531348"/>
          <a:ext cx="1009095" cy="1009095"/>
        </a:xfrm>
        <a:prstGeom prst="ellipse">
          <a:avLst/>
        </a:prstGeom>
        <a:blipFill rotWithShape="1">
          <a:blip xmlns:r="http://schemas.openxmlformats.org/officeDocument/2006/relationships" r:embed="rId3"/>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2E505-0D7A-47BD-898E-C70279B00562}">
      <dsp:nvSpPr>
        <dsp:cNvPr id="0" name=""/>
        <dsp:cNvSpPr/>
      </dsp:nvSpPr>
      <dsp:spPr>
        <a:xfrm>
          <a:off x="495299" y="234979"/>
          <a:ext cx="8915398" cy="810490"/>
        </a:xfrm>
        <a:prstGeom prst="rect">
          <a:avLst/>
        </a:prstGeom>
        <a:noFill/>
        <a:ln>
          <a:noFill/>
        </a:ln>
        <a:effectLst/>
      </dsp:spPr>
      <dsp:style>
        <a:lnRef idx="0">
          <a:scrgbClr r="0" g="0" b="0"/>
        </a:lnRef>
        <a:fillRef idx="0">
          <a:scrgbClr r="0" g="0" b="0"/>
        </a:fillRef>
        <a:effectRef idx="0">
          <a:scrgbClr r="0" g="0" b="0"/>
        </a:effectRef>
        <a:fontRef idx="minor">
          <a:schemeClr val="accent3"/>
        </a:fontRef>
      </dsp:style>
      <dsp:txBody>
        <a:bodyPr spcFirstLastPara="0" vert="horz" wrap="square" lIns="137160" tIns="137160" rIns="137160" bIns="137160" numCol="1" spcCol="1270" anchor="b" anchorCtr="0">
          <a:noAutofit/>
        </a:bodyPr>
        <a:lstStyle/>
        <a:p>
          <a:pPr lvl="0" algn="l" defTabSz="1600200" rtl="0">
            <a:lnSpc>
              <a:spcPct val="90000"/>
            </a:lnSpc>
            <a:spcBef>
              <a:spcPct val="0"/>
            </a:spcBef>
            <a:spcAft>
              <a:spcPct val="35000"/>
            </a:spcAft>
          </a:pPr>
          <a:r>
            <a:rPr lang="en-US" sz="3600" b="1" kern="1200" baseline="0" dirty="0" smtClean="0">
              <a:solidFill>
                <a:srgbClr val="FFFF00"/>
              </a:solidFill>
            </a:rPr>
            <a:t>Encryption and Decryption</a:t>
          </a:r>
          <a:endParaRPr lang="en-US" sz="3600" kern="1200" dirty="0">
            <a:solidFill>
              <a:srgbClr val="FFFF00"/>
            </a:solidFill>
          </a:endParaRPr>
        </a:p>
      </dsp:txBody>
      <dsp:txXfrm>
        <a:off x="495299" y="234979"/>
        <a:ext cx="8915398" cy="810490"/>
      </dsp:txXfrm>
    </dsp:sp>
    <dsp:sp modelId="{D97BD370-B898-4622-B66B-D023904506CC}">
      <dsp:nvSpPr>
        <dsp:cNvPr id="0" name=""/>
        <dsp:cNvSpPr/>
      </dsp:nvSpPr>
      <dsp:spPr>
        <a:xfrm>
          <a:off x="495299" y="1045470"/>
          <a:ext cx="1188719" cy="198119"/>
        </a:xfrm>
        <a:prstGeom prst="parallelogram">
          <a:avLst>
            <a:gd name="adj" fmla="val 14084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 modelId="{55B4CBC9-1214-4A35-BCCD-1506727A6B09}">
      <dsp:nvSpPr>
        <dsp:cNvPr id="0" name=""/>
        <dsp:cNvSpPr/>
      </dsp:nvSpPr>
      <dsp:spPr>
        <a:xfrm>
          <a:off x="1753361" y="1045470"/>
          <a:ext cx="1188719" cy="198119"/>
        </a:xfrm>
        <a:prstGeom prst="parallelogram">
          <a:avLst>
            <a:gd name="adj" fmla="val 14084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 modelId="{6A7C362C-3567-411C-A27B-895A299CE931}">
      <dsp:nvSpPr>
        <dsp:cNvPr id="0" name=""/>
        <dsp:cNvSpPr/>
      </dsp:nvSpPr>
      <dsp:spPr>
        <a:xfrm>
          <a:off x="3011423" y="1045470"/>
          <a:ext cx="1188719" cy="198119"/>
        </a:xfrm>
        <a:prstGeom prst="parallelogram">
          <a:avLst>
            <a:gd name="adj" fmla="val 14084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 modelId="{827415DB-CD6C-4221-A623-7FDA761ED778}">
      <dsp:nvSpPr>
        <dsp:cNvPr id="0" name=""/>
        <dsp:cNvSpPr/>
      </dsp:nvSpPr>
      <dsp:spPr>
        <a:xfrm>
          <a:off x="4269485" y="1045470"/>
          <a:ext cx="1188719" cy="198119"/>
        </a:xfrm>
        <a:prstGeom prst="parallelogram">
          <a:avLst>
            <a:gd name="adj" fmla="val 14084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 modelId="{59DFB915-3BE9-493D-AFC9-A94606C490EA}">
      <dsp:nvSpPr>
        <dsp:cNvPr id="0" name=""/>
        <dsp:cNvSpPr/>
      </dsp:nvSpPr>
      <dsp:spPr>
        <a:xfrm>
          <a:off x="5527546" y="1045470"/>
          <a:ext cx="1188719" cy="198119"/>
        </a:xfrm>
        <a:prstGeom prst="parallelogram">
          <a:avLst>
            <a:gd name="adj" fmla="val 14084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 modelId="{7B7F629D-0F7D-4500-A70E-D447EC9C6C98}">
      <dsp:nvSpPr>
        <dsp:cNvPr id="0" name=""/>
        <dsp:cNvSpPr/>
      </dsp:nvSpPr>
      <dsp:spPr>
        <a:xfrm>
          <a:off x="6785608" y="1045470"/>
          <a:ext cx="1188719" cy="198119"/>
        </a:xfrm>
        <a:prstGeom prst="parallelogram">
          <a:avLst>
            <a:gd name="adj" fmla="val 14084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 modelId="{2ACD36F7-1E02-49C4-83C7-29D1BF4224B4}">
      <dsp:nvSpPr>
        <dsp:cNvPr id="0" name=""/>
        <dsp:cNvSpPr/>
      </dsp:nvSpPr>
      <dsp:spPr>
        <a:xfrm>
          <a:off x="8043670" y="1045470"/>
          <a:ext cx="1188719" cy="198119"/>
        </a:xfrm>
        <a:prstGeom prst="parallelogram">
          <a:avLst>
            <a:gd name="adj" fmla="val 140840"/>
          </a:avLst>
        </a:prstGeom>
        <a:gradFill rotWithShape="0">
          <a:gsLst>
            <a:gs pos="0">
              <a:schemeClr val="accent1">
                <a:hueOff val="0"/>
                <a:satOff val="0"/>
                <a:lumOff val="0"/>
                <a:alphaOff val="0"/>
                <a:tint val="58000"/>
                <a:satMod val="108000"/>
                <a:lumMod val="110000"/>
              </a:schemeClr>
            </a:gs>
            <a:gs pos="100000">
              <a:schemeClr val="accent1">
                <a:hueOff val="0"/>
                <a:satOff val="0"/>
                <a:lumOff val="0"/>
                <a:alphaOff val="0"/>
                <a:tint val="81000"/>
                <a:satMod val="109000"/>
                <a:lumMod val="105000"/>
              </a:schemeClr>
            </a:gs>
          </a:gsLst>
          <a:lin ang="5040000" scaled="0"/>
        </a:gradFill>
        <a:ln w="9525" cap="flat"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CE629-4EAA-478C-AD36-341A8E268C54}">
      <dsp:nvSpPr>
        <dsp:cNvPr id="0" name=""/>
        <dsp:cNvSpPr/>
      </dsp:nvSpPr>
      <dsp:spPr>
        <a:xfrm>
          <a:off x="0" y="1062514"/>
          <a:ext cx="9905999" cy="141668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715561-201C-41CC-8203-A447724122CE}">
      <dsp:nvSpPr>
        <dsp:cNvPr id="0" name=""/>
        <dsp:cNvSpPr/>
      </dsp:nvSpPr>
      <dsp:spPr>
        <a:xfrm>
          <a:off x="108" y="0"/>
          <a:ext cx="4348868" cy="1416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lvl="0" algn="ctr" defTabSz="800100" rtl="0">
            <a:lnSpc>
              <a:spcPct val="90000"/>
            </a:lnSpc>
            <a:spcBef>
              <a:spcPct val="0"/>
            </a:spcBef>
            <a:spcAft>
              <a:spcPct val="35000"/>
            </a:spcAft>
          </a:pPr>
          <a:r>
            <a:rPr lang="en-US" sz="1800" kern="1200" smtClean="0"/>
            <a:t>Cryptography involves two phases at its most fundamental level: </a:t>
          </a:r>
          <a:r>
            <a:rPr lang="en-US" sz="1800" b="1" kern="1200" smtClean="0"/>
            <a:t>Encryption and Decryption</a:t>
          </a:r>
          <a:r>
            <a:rPr lang="en-US" sz="1800" kern="1200" smtClean="0"/>
            <a:t>.</a:t>
          </a:r>
          <a:endParaRPr lang="en-US" sz="1800" kern="1200"/>
        </a:p>
      </dsp:txBody>
      <dsp:txXfrm>
        <a:off x="108" y="0"/>
        <a:ext cx="4348868" cy="1416685"/>
      </dsp:txXfrm>
    </dsp:sp>
    <dsp:sp modelId="{AB7F4581-DCA1-4742-848F-3F5E4E447FC2}">
      <dsp:nvSpPr>
        <dsp:cNvPr id="0" name=""/>
        <dsp:cNvSpPr/>
      </dsp:nvSpPr>
      <dsp:spPr>
        <a:xfrm>
          <a:off x="1997457" y="1593771"/>
          <a:ext cx="354171" cy="35417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0F40A4-4EDB-494A-91E6-99AC4530CF82}">
      <dsp:nvSpPr>
        <dsp:cNvPr id="0" name=""/>
        <dsp:cNvSpPr/>
      </dsp:nvSpPr>
      <dsp:spPr>
        <a:xfrm>
          <a:off x="4566421" y="2125028"/>
          <a:ext cx="4348868" cy="1416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lvl="0" algn="ctr" defTabSz="800100" rtl="0">
            <a:lnSpc>
              <a:spcPct val="90000"/>
            </a:lnSpc>
            <a:spcBef>
              <a:spcPct val="0"/>
            </a:spcBef>
            <a:spcAft>
              <a:spcPct val="35000"/>
            </a:spcAft>
          </a:pPr>
          <a:r>
            <a:rPr lang="en-US" sz="1800" kern="1200" smtClean="0"/>
            <a:t>Encryption uses a cipher to encrypt and transform the plaintext into ciphertext. On the other hand, decryption transforms the ciphertext into plaintext by employing the same cipher.</a:t>
          </a:r>
          <a:endParaRPr lang="en-US" sz="1800" kern="1200"/>
        </a:p>
      </dsp:txBody>
      <dsp:txXfrm>
        <a:off x="4566421" y="2125028"/>
        <a:ext cx="4348868" cy="1416685"/>
      </dsp:txXfrm>
    </dsp:sp>
    <dsp:sp modelId="{C444CA66-E2C9-4F50-B48C-C285AF346943}">
      <dsp:nvSpPr>
        <dsp:cNvPr id="0" name=""/>
        <dsp:cNvSpPr/>
      </dsp:nvSpPr>
      <dsp:spPr>
        <a:xfrm>
          <a:off x="6563770" y="1593771"/>
          <a:ext cx="354171" cy="35417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73692-4D79-40DD-8970-04A17D331D48}">
      <dsp:nvSpPr>
        <dsp:cNvPr id="0" name=""/>
        <dsp:cNvSpPr/>
      </dsp:nvSpPr>
      <dsp:spPr>
        <a:xfrm>
          <a:off x="3722004" y="688"/>
          <a:ext cx="2461988" cy="1477193"/>
        </a:xfrm>
        <a:prstGeom prst="roundRect">
          <a:avLst>
            <a:gd name="adj" fmla="val 10000"/>
          </a:avLst>
        </a:prstGeom>
        <a:gradFill rotWithShape="1">
          <a:gsLst>
            <a:gs pos="0">
              <a:schemeClr val="accent2">
                <a:tint val="94000"/>
                <a:satMod val="105000"/>
                <a:lumMod val="102000"/>
              </a:schemeClr>
            </a:gs>
            <a:gs pos="100000">
              <a:schemeClr val="accent2">
                <a:shade val="74000"/>
                <a:satMod val="128000"/>
                <a:lumMod val="100000"/>
              </a:schemeClr>
            </a:gs>
          </a:gsLst>
          <a:lin ang="5400000" scaled="0"/>
        </a:gradFill>
        <a:ln>
          <a:noFill/>
        </a:ln>
        <a:effectLst>
          <a:outerShdw blurRad="57150" dist="19050" dir="5400000" algn="ctr" rotWithShape="0">
            <a:srgbClr val="000000">
              <a:alpha val="63000"/>
            </a:srgbClr>
          </a:outerShdw>
        </a:effectLst>
        <a:scene3d>
          <a:camera prst="orthographicFront"/>
          <a:lightRig rig="threePt" dir="t">
            <a:rot lat="0" lon="0" rev="7500000"/>
          </a:lightRig>
        </a:scene3d>
      </dsp:spPr>
      <dsp:style>
        <a:lnRef idx="0">
          <a:schemeClr val="accent2"/>
        </a:lnRef>
        <a:fillRef idx="3">
          <a:schemeClr val="accent2"/>
        </a:fillRef>
        <a:effectRef idx="3">
          <a:schemeClr val="accent2"/>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kern="1200" baseline="0" dirty="0" smtClean="0"/>
            <a:t>Types of Cryptography Algorithm</a:t>
          </a:r>
          <a:br>
            <a:rPr lang="en-US" sz="2400" b="1" kern="1200" baseline="0" dirty="0" smtClean="0"/>
          </a:br>
          <a:endParaRPr lang="en-US" sz="2400" kern="1200" dirty="0"/>
        </a:p>
      </dsp:txBody>
      <dsp:txXfrm>
        <a:off x="3765270" y="43954"/>
        <a:ext cx="2375456" cy="139066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CB1412-BD83-4C5C-B99B-05E26B7BABC9}">
      <dsp:nvSpPr>
        <dsp:cNvPr id="0" name=""/>
        <dsp:cNvSpPr/>
      </dsp:nvSpPr>
      <dsp:spPr>
        <a:xfrm>
          <a:off x="0" y="0"/>
          <a:ext cx="3541714" cy="3541714"/>
        </a:xfrm>
        <a:prstGeom prst="pie">
          <a:avLst>
            <a:gd name="adj1" fmla="val 5400000"/>
            <a:gd name="adj2" fmla="val 1620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AA5B7DA-F27B-4D89-9CEC-F0B13311EBF1}">
      <dsp:nvSpPr>
        <dsp:cNvPr id="0" name=""/>
        <dsp:cNvSpPr/>
      </dsp:nvSpPr>
      <dsp:spPr>
        <a:xfrm>
          <a:off x="1770857" y="0"/>
          <a:ext cx="8135142" cy="3541714"/>
        </a:xfrm>
        <a:prstGeom prst="rect">
          <a:avLst/>
        </a:prstGeom>
        <a:gradFill rotWithShape="1">
          <a:gsLst>
            <a:gs pos="0">
              <a:schemeClr val="accent4">
                <a:tint val="58000"/>
                <a:satMod val="108000"/>
                <a:lumMod val="110000"/>
              </a:schemeClr>
            </a:gs>
            <a:gs pos="100000">
              <a:schemeClr val="accent4">
                <a:tint val="81000"/>
                <a:satMod val="109000"/>
                <a:lumMod val="105000"/>
              </a:schemeClr>
            </a:gs>
          </a:gsLst>
          <a:lin ang="5040000" scaled="0"/>
        </a:gradFill>
        <a:ln w="9525" cap="flat" cmpd="sng" algn="ctr">
          <a:solidFill>
            <a:schemeClr val="accent4"/>
          </a:solidFill>
          <a:prstDash val="solid"/>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49530" tIns="49530" rIns="49530" bIns="49530" numCol="1" spcCol="1270" anchor="ctr" anchorCtr="0">
          <a:noAutofit/>
        </a:bodyPr>
        <a:lstStyle/>
        <a:p>
          <a:pPr lvl="0" algn="ctr" defTabSz="577850" rtl="0">
            <a:lnSpc>
              <a:spcPct val="90000"/>
            </a:lnSpc>
            <a:spcBef>
              <a:spcPct val="0"/>
            </a:spcBef>
            <a:spcAft>
              <a:spcPct val="35000"/>
            </a:spcAft>
          </a:pPr>
          <a:r>
            <a:rPr lang="en-US" sz="1300" b="1" kern="1200" dirty="0" smtClean="0">
              <a:solidFill>
                <a:schemeClr val="bg1"/>
              </a:solidFill>
            </a:rPr>
            <a:t>Advanced Encryption Standard (AES</a:t>
          </a:r>
          <a:r>
            <a:rPr lang="en-US" sz="1300" b="1" kern="1200" dirty="0" smtClean="0"/>
            <a:t>):</a:t>
          </a:r>
          <a:r>
            <a:rPr lang="en-US" sz="1300" kern="1200" dirty="0" smtClean="0"/>
            <a:t> </a:t>
          </a:r>
          <a:r>
            <a:rPr lang="en-US" sz="1300" u="sng" kern="1200" dirty="0" smtClean="0">
              <a:hlinkClick xmlns:r="http://schemas.openxmlformats.org/officeDocument/2006/relationships" r:id="rId1"/>
            </a:rPr>
            <a:t>AES (Advanced Encryption Standard)</a:t>
          </a:r>
          <a:r>
            <a:rPr lang="en-US" sz="1300" kern="1200" dirty="0" smtClean="0"/>
            <a:t> is a popular encryption algorithm which uses the same key for encryption and decryption It is a symmetric block cipher algorithm with block size of 128 bits, 192 bits or 256 bits. AES algorithm is widely regarded as the replacement of DES (Data encryption standard) algorithm</a:t>
          </a:r>
          <a:endParaRPr lang="en-US" sz="1300" kern="1200" dirty="0"/>
        </a:p>
      </dsp:txBody>
      <dsp:txXfrm>
        <a:off x="1770857" y="0"/>
        <a:ext cx="8135142" cy="752614"/>
      </dsp:txXfrm>
    </dsp:sp>
    <dsp:sp modelId="{C71EA175-FE8F-49C1-8978-D1491C11F868}">
      <dsp:nvSpPr>
        <dsp:cNvPr id="0" name=""/>
        <dsp:cNvSpPr/>
      </dsp:nvSpPr>
      <dsp:spPr>
        <a:xfrm>
          <a:off x="464849" y="752614"/>
          <a:ext cx="2612014" cy="2612014"/>
        </a:xfrm>
        <a:prstGeom prst="pie">
          <a:avLst>
            <a:gd name="adj1" fmla="val 5400000"/>
            <a:gd name="adj2" fmla="val 1620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F90403F-F263-417F-9263-371FD9C399A6}">
      <dsp:nvSpPr>
        <dsp:cNvPr id="0" name=""/>
        <dsp:cNvSpPr/>
      </dsp:nvSpPr>
      <dsp:spPr>
        <a:xfrm>
          <a:off x="1770857" y="752614"/>
          <a:ext cx="8135142" cy="2612014"/>
        </a:xfrm>
        <a:prstGeom prst="rect">
          <a:avLst/>
        </a:prstGeom>
        <a:gradFill rotWithShape="1">
          <a:gsLst>
            <a:gs pos="0">
              <a:schemeClr val="accent3">
                <a:tint val="94000"/>
                <a:satMod val="105000"/>
                <a:lumMod val="102000"/>
              </a:schemeClr>
            </a:gs>
            <a:gs pos="100000">
              <a:schemeClr val="accent3">
                <a:shade val="74000"/>
                <a:satMod val="128000"/>
                <a:lumMod val="100000"/>
              </a:schemeClr>
            </a:gs>
          </a:gsLst>
          <a:lin ang="5400000" scaled="0"/>
        </a:gradFill>
        <a:ln w="9525" cap="flat" cmpd="sng" algn="ctr">
          <a:solidFill>
            <a:schemeClr val="accent3"/>
          </a:solidFill>
          <a:prstDash val="solid"/>
        </a:ln>
        <a:effectLst/>
      </dsp:spPr>
      <dsp:style>
        <a:lnRef idx="1">
          <a:schemeClr val="accent3"/>
        </a:lnRef>
        <a:fillRef idx="3">
          <a:schemeClr val="accent3"/>
        </a:fillRef>
        <a:effectRef idx="2">
          <a:schemeClr val="accent3"/>
        </a:effectRef>
        <a:fontRef idx="minor">
          <a:schemeClr val="lt1"/>
        </a:fontRef>
      </dsp:style>
      <dsp:txBody>
        <a:bodyPr spcFirstLastPara="0" vert="horz" wrap="square" lIns="49530" tIns="49530" rIns="49530" bIns="49530" numCol="1" spcCol="1270" anchor="ctr" anchorCtr="0">
          <a:noAutofit/>
        </a:bodyPr>
        <a:lstStyle/>
        <a:p>
          <a:pPr lvl="0" algn="ctr" defTabSz="577850" rtl="0">
            <a:lnSpc>
              <a:spcPct val="90000"/>
            </a:lnSpc>
            <a:spcBef>
              <a:spcPct val="0"/>
            </a:spcBef>
            <a:spcAft>
              <a:spcPct val="35000"/>
            </a:spcAft>
          </a:pPr>
          <a:r>
            <a:rPr lang="en-US" sz="1300" b="1" kern="1200" dirty="0" smtClean="0"/>
            <a:t>Data Encryption Standard (DES): </a:t>
          </a:r>
          <a:r>
            <a:rPr lang="en-US" sz="1300" u="sng" kern="1200" dirty="0" smtClean="0">
              <a:hlinkClick xmlns:r="http://schemas.openxmlformats.org/officeDocument/2006/relationships" r:id="rId2"/>
            </a:rPr>
            <a:t>DES (Data encryption standard)</a:t>
          </a:r>
          <a:r>
            <a:rPr lang="en-US" sz="1300" b="1" u="sng" kern="1200" dirty="0" smtClean="0">
              <a:hlinkClick xmlns:r="http://schemas.openxmlformats.org/officeDocument/2006/relationships" r:id="rId2"/>
            </a:rPr>
            <a:t> </a:t>
          </a:r>
          <a:r>
            <a:rPr lang="en-US" sz="1300" kern="1200" dirty="0" smtClean="0"/>
            <a:t>is an older encryption algorithm that is used to convert 64-bit plaintext data into 48-bit encrypted </a:t>
          </a:r>
          <a:r>
            <a:rPr lang="en-US" sz="1300" kern="1200" dirty="0" err="1" smtClean="0"/>
            <a:t>ciphertext</a:t>
          </a:r>
          <a:r>
            <a:rPr lang="en-US" sz="1300" kern="1200" dirty="0" smtClean="0"/>
            <a:t>. It uses symmetric keys (which means same key for encryption and decryption). It is kind of old by today’s standard but can be used as a basic building block for learning newer encryption algorithms.</a:t>
          </a:r>
          <a:endParaRPr lang="en-US" sz="1300" kern="1200" dirty="0"/>
        </a:p>
      </dsp:txBody>
      <dsp:txXfrm>
        <a:off x="1770857" y="752614"/>
        <a:ext cx="8135142" cy="752614"/>
      </dsp:txXfrm>
    </dsp:sp>
    <dsp:sp modelId="{60106916-9F12-4074-B315-40CCA9423A03}">
      <dsp:nvSpPr>
        <dsp:cNvPr id="0" name=""/>
        <dsp:cNvSpPr/>
      </dsp:nvSpPr>
      <dsp:spPr>
        <a:xfrm>
          <a:off x="929699" y="1505228"/>
          <a:ext cx="1682314" cy="1682314"/>
        </a:xfrm>
        <a:prstGeom prst="pie">
          <a:avLst>
            <a:gd name="adj1" fmla="val 5400000"/>
            <a:gd name="adj2" fmla="val 1620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0E73BC85-D199-4957-9CF4-45DB5B92C362}">
      <dsp:nvSpPr>
        <dsp:cNvPr id="0" name=""/>
        <dsp:cNvSpPr/>
      </dsp:nvSpPr>
      <dsp:spPr>
        <a:xfrm>
          <a:off x="1770857" y="1495067"/>
          <a:ext cx="8135142" cy="1682314"/>
        </a:xfrm>
        <a:prstGeom prst="rect">
          <a:avLst/>
        </a:prstGeom>
        <a:gradFill rotWithShape="1">
          <a:gsLst>
            <a:gs pos="0">
              <a:schemeClr val="accent5">
                <a:tint val="58000"/>
                <a:satMod val="108000"/>
                <a:lumMod val="110000"/>
              </a:schemeClr>
            </a:gs>
            <a:gs pos="100000">
              <a:schemeClr val="accent5">
                <a:tint val="81000"/>
                <a:satMod val="109000"/>
                <a:lumMod val="105000"/>
              </a:schemeClr>
            </a:gs>
          </a:gsLst>
          <a:lin ang="5040000" scaled="0"/>
        </a:gradFill>
        <a:ln w="9525" cap="flat" cmpd="sng" algn="ctr">
          <a:solidFill>
            <a:schemeClr val="accent5"/>
          </a:solidFill>
          <a:prstDash val="solid"/>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49530" tIns="49530" rIns="49530" bIns="49530" numCol="1" spcCol="1270" anchor="ctr" anchorCtr="0">
          <a:noAutofit/>
        </a:bodyPr>
        <a:lstStyle/>
        <a:p>
          <a:pPr lvl="0" algn="ctr" defTabSz="577850" rtl="0">
            <a:lnSpc>
              <a:spcPct val="90000"/>
            </a:lnSpc>
            <a:spcBef>
              <a:spcPct val="0"/>
            </a:spcBef>
            <a:spcAft>
              <a:spcPct val="35000"/>
            </a:spcAft>
          </a:pPr>
          <a:r>
            <a:rPr lang="en-US" sz="1300" b="1" kern="1200" dirty="0" smtClean="0"/>
            <a:t>RSA: </a:t>
          </a:r>
          <a:r>
            <a:rPr lang="en-US" sz="1300" u="sng" kern="1200" dirty="0" smtClean="0">
              <a:hlinkClick xmlns:r="http://schemas.openxmlformats.org/officeDocument/2006/relationships" r:id="rId3"/>
            </a:rPr>
            <a:t>RSA</a:t>
          </a:r>
          <a:r>
            <a:rPr lang="en-US" sz="1300" kern="1200" dirty="0" smtClean="0"/>
            <a:t> is an basic asymmetric cryptographic algorithm which uses two different keys for encryption. The RSA algorithm works on a block cipher concept that converts plain text into cipher text and vice versa.</a:t>
          </a:r>
          <a:endParaRPr lang="en-US" sz="1300" kern="1200" dirty="0"/>
        </a:p>
      </dsp:txBody>
      <dsp:txXfrm>
        <a:off x="1770857" y="1495067"/>
        <a:ext cx="8135142" cy="752614"/>
      </dsp:txXfrm>
    </dsp:sp>
    <dsp:sp modelId="{FD70EB3F-9DAA-4639-B41A-2A5DE224637A}">
      <dsp:nvSpPr>
        <dsp:cNvPr id="0" name=""/>
        <dsp:cNvSpPr/>
      </dsp:nvSpPr>
      <dsp:spPr>
        <a:xfrm>
          <a:off x="1394549" y="2257842"/>
          <a:ext cx="752614" cy="752614"/>
        </a:xfrm>
        <a:prstGeom prst="pie">
          <a:avLst>
            <a:gd name="adj1" fmla="val 5400000"/>
            <a:gd name="adj2" fmla="val 16200000"/>
          </a:avLst>
        </a:prstGeom>
        <a:gradFill rotWithShape="0">
          <a:gsLst>
            <a:gs pos="0">
              <a:schemeClr val="accent1">
                <a:hueOff val="0"/>
                <a:satOff val="0"/>
                <a:lumOff val="0"/>
                <a:alphaOff val="0"/>
                <a:tint val="94000"/>
                <a:satMod val="105000"/>
                <a:lumMod val="102000"/>
              </a:schemeClr>
            </a:gs>
            <a:gs pos="100000">
              <a:schemeClr val="accent1">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31FC559-2A45-402C-B5BC-6ED2B8743F7C}">
      <dsp:nvSpPr>
        <dsp:cNvPr id="0" name=""/>
        <dsp:cNvSpPr/>
      </dsp:nvSpPr>
      <dsp:spPr>
        <a:xfrm>
          <a:off x="1770857" y="2237522"/>
          <a:ext cx="8135142" cy="752614"/>
        </a:xfrm>
        <a:prstGeom prst="rect">
          <a:avLst/>
        </a:prstGeom>
        <a:gradFill rotWithShape="1">
          <a:gsLst>
            <a:gs pos="0">
              <a:schemeClr val="accent2">
                <a:tint val="58000"/>
                <a:satMod val="108000"/>
                <a:lumMod val="110000"/>
              </a:schemeClr>
            </a:gs>
            <a:gs pos="100000">
              <a:schemeClr val="accent2">
                <a:tint val="81000"/>
                <a:satMod val="109000"/>
                <a:lumMod val="105000"/>
              </a:schemeClr>
            </a:gs>
          </a:gsLst>
          <a:lin ang="5040000" scaled="0"/>
        </a:gradFill>
        <a:ln w="9525" cap="flat" cmpd="sng" algn="ctr">
          <a:solidFill>
            <a:schemeClr val="accent2"/>
          </a:solidFill>
          <a:prstDash val="solid"/>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49530" tIns="49530" rIns="49530" bIns="49530" numCol="1" spcCol="1270" anchor="ctr" anchorCtr="0">
          <a:noAutofit/>
        </a:bodyPr>
        <a:lstStyle/>
        <a:p>
          <a:pPr lvl="0" algn="ctr" defTabSz="577850" rtl="0">
            <a:lnSpc>
              <a:spcPct val="90000"/>
            </a:lnSpc>
            <a:spcBef>
              <a:spcPct val="0"/>
            </a:spcBef>
            <a:spcAft>
              <a:spcPct val="35000"/>
            </a:spcAft>
          </a:pPr>
          <a:r>
            <a:rPr lang="en-US" sz="1300" b="1" kern="1200" dirty="0" smtClean="0"/>
            <a:t>Secure Hash Algorithm (SHA):</a:t>
          </a:r>
          <a:r>
            <a:rPr lang="en-US" sz="1300" b="1" u="sng" kern="1200" dirty="0" smtClean="0">
              <a:hlinkClick xmlns:r="http://schemas.openxmlformats.org/officeDocument/2006/relationships" r:id="rId4"/>
            </a:rPr>
            <a:t> SHA </a:t>
          </a:r>
          <a:r>
            <a:rPr lang="en-US" sz="1300" b="1" kern="1200" dirty="0" smtClean="0"/>
            <a:t>is used to generate unique fixed-length digital fingerprints of input data known as hashes.</a:t>
          </a:r>
          <a:r>
            <a:rPr lang="en-US" sz="1300" kern="1200" dirty="0" smtClean="0"/>
            <a:t> SHA variations such as </a:t>
          </a:r>
          <a:r>
            <a:rPr lang="en-US" sz="1300" b="1" kern="1200" dirty="0" smtClean="0"/>
            <a:t>SHA-2</a:t>
          </a:r>
          <a:r>
            <a:rPr lang="en-US" sz="1300" kern="1200" dirty="0" smtClean="0"/>
            <a:t> and </a:t>
          </a:r>
          <a:r>
            <a:rPr lang="en-US" sz="1300" b="1" kern="1200" dirty="0" smtClean="0"/>
            <a:t>SHA-3</a:t>
          </a:r>
          <a:r>
            <a:rPr lang="en-US" sz="1300" kern="1200" dirty="0" smtClean="0"/>
            <a:t> are commonly used to ensure data integrity and authenticity. The tiniest change in input data drastically modifies the hash output, indicating a loss of integrity. Hashing is the process of storing key value pairs with the help of a hash function into a hash table.</a:t>
          </a:r>
          <a:endParaRPr lang="en-US" sz="1300" kern="1200" dirty="0"/>
        </a:p>
      </dsp:txBody>
      <dsp:txXfrm>
        <a:off x="1770857" y="2237522"/>
        <a:ext cx="8135142" cy="75261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45F4BD-787F-4BA4-AE43-12C7E7D06808}">
      <dsp:nvSpPr>
        <dsp:cNvPr id="0" name=""/>
        <dsp:cNvSpPr/>
      </dsp:nvSpPr>
      <dsp:spPr>
        <a:xfrm>
          <a:off x="0" y="183253"/>
          <a:ext cx="8412480" cy="979290"/>
        </a:xfrm>
        <a:prstGeom prst="roundRect">
          <a:avLst/>
        </a:prstGeom>
        <a:gradFill rotWithShape="1">
          <a:gsLst>
            <a:gs pos="0">
              <a:schemeClr val="accent2">
                <a:tint val="58000"/>
                <a:satMod val="108000"/>
                <a:lumMod val="110000"/>
              </a:schemeClr>
            </a:gs>
            <a:gs pos="100000">
              <a:schemeClr val="accent2">
                <a:tint val="81000"/>
                <a:satMod val="109000"/>
                <a:lumMod val="105000"/>
              </a:schemeClr>
            </a:gs>
          </a:gsLst>
          <a:lin ang="5040000" scaled="0"/>
        </a:gradFill>
        <a:ln w="9525" cap="flat" cmpd="sng" algn="ctr">
          <a:solidFill>
            <a:schemeClr val="accent2"/>
          </a:solidFill>
          <a:prstDash val="solid"/>
        </a:ln>
        <a:effectLst/>
        <a:sp3d/>
      </dsp:spPr>
      <dsp:style>
        <a:lnRef idx="1">
          <a:schemeClr val="accent2"/>
        </a:lnRef>
        <a:fillRef idx="2">
          <a:schemeClr val="accent2"/>
        </a:fillRef>
        <a:effectRef idx="1">
          <a:schemeClr val="accent2"/>
        </a:effectRef>
        <a:fontRef idx="minor">
          <a:schemeClr val="dk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latin typeface="Algerian" panose="04020705040A02060702" pitchFamily="82" charset="0"/>
            </a:rPr>
            <a:t>Advantages of Cryptography</a:t>
          </a:r>
          <a:r>
            <a:rPr lang="en-US" sz="1600" b="1" kern="1200" dirty="0" smtClean="0"/>
            <a:t> </a:t>
          </a:r>
          <a:endParaRPr lang="en-US" sz="1600" kern="1200" dirty="0"/>
        </a:p>
      </dsp:txBody>
      <dsp:txXfrm>
        <a:off x="47805" y="231058"/>
        <a:ext cx="8316870" cy="883680"/>
      </dsp:txXfrm>
    </dsp:sp>
    <dsp:sp modelId="{D24E11BE-8092-47E7-9C63-1343378B2A2B}">
      <dsp:nvSpPr>
        <dsp:cNvPr id="0" name=""/>
        <dsp:cNvSpPr/>
      </dsp:nvSpPr>
      <dsp:spPr>
        <a:xfrm>
          <a:off x="0" y="1214383"/>
          <a:ext cx="8412480" cy="979290"/>
        </a:xfrm>
        <a:prstGeom prst="roundRect">
          <a:avLst/>
        </a:prstGeom>
        <a:gradFill rotWithShape="1">
          <a:gsLst>
            <a:gs pos="0">
              <a:schemeClr val="accent2">
                <a:tint val="94000"/>
                <a:satMod val="105000"/>
                <a:lumMod val="102000"/>
              </a:schemeClr>
            </a:gs>
            <a:gs pos="100000">
              <a:schemeClr val="accent2">
                <a:shade val="74000"/>
                <a:satMod val="128000"/>
                <a:lumMod val="100000"/>
              </a:schemeClr>
            </a:gs>
          </a:gsLst>
          <a:lin ang="5400000" scaled="0"/>
        </a:gradFill>
        <a:ln w="9525" cap="flat" cmpd="sng" algn="ctr">
          <a:solidFill>
            <a:schemeClr val="accent2"/>
          </a:solidFill>
          <a:prstDash val="solid"/>
        </a:ln>
        <a:effectLst/>
        <a:sp3d/>
      </dsp:spPr>
      <dsp:style>
        <a:lnRef idx="1">
          <a:schemeClr val="accent2"/>
        </a:lnRef>
        <a:fillRef idx="3">
          <a:schemeClr val="accent2"/>
        </a:fillRef>
        <a:effectRef idx="2">
          <a:schemeClr val="accent2"/>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chemeClr val="bg1"/>
              </a:solidFill>
              <a:latin typeface="Arial Black" panose="020B0A04020102020204" pitchFamily="34" charset="0"/>
            </a:rPr>
            <a:t>Access Control:</a:t>
          </a:r>
          <a:r>
            <a:rPr lang="en-US" sz="1800" kern="1200" dirty="0" smtClean="0"/>
            <a:t> Cryptography can be used for access control to ensure that only parties with the proper permissions have access to a resource. Only those with the correct decryption key can access the resource thanks to encryption.</a:t>
          </a:r>
          <a:endParaRPr lang="en-US" sz="1800" kern="1200" dirty="0"/>
        </a:p>
      </dsp:txBody>
      <dsp:txXfrm>
        <a:off x="47805" y="1262188"/>
        <a:ext cx="8316870" cy="883680"/>
      </dsp:txXfrm>
    </dsp:sp>
    <dsp:sp modelId="{931A06B4-69E9-4139-AA8D-697CB14DC7F3}">
      <dsp:nvSpPr>
        <dsp:cNvPr id="0" name=""/>
        <dsp:cNvSpPr/>
      </dsp:nvSpPr>
      <dsp:spPr>
        <a:xfrm>
          <a:off x="0" y="2245513"/>
          <a:ext cx="8412480" cy="979290"/>
        </a:xfrm>
        <a:prstGeom prst="roundRect">
          <a:avLst/>
        </a:prstGeom>
        <a:solidFill>
          <a:schemeClr val="dk1"/>
        </a:solidFill>
        <a:ln w="22225" cap="flat" cmpd="sng" algn="ctr">
          <a:solidFill>
            <a:schemeClr val="lt1"/>
          </a:solidFill>
          <a:prstDash val="solid"/>
        </a:ln>
        <a:effectLst/>
        <a:sp3d/>
      </dsp:spPr>
      <dsp:style>
        <a:lnRef idx="3">
          <a:schemeClr val="lt1"/>
        </a:lnRef>
        <a:fillRef idx="1">
          <a:schemeClr val="dk1"/>
        </a:fillRef>
        <a:effectRef idx="1">
          <a:schemeClr val="dk1"/>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FF0000"/>
              </a:solidFill>
              <a:latin typeface="Arial Black" panose="020B0A04020102020204" pitchFamily="34" charset="0"/>
            </a:rPr>
            <a:t>Secure Communication</a:t>
          </a:r>
          <a:r>
            <a:rPr lang="en-US" sz="1800" b="1" kern="1200" dirty="0" smtClean="0">
              <a:solidFill>
                <a:srgbClr val="FF0000"/>
              </a:solidFill>
            </a:rPr>
            <a:t>:</a:t>
          </a:r>
          <a:r>
            <a:rPr lang="en-US" sz="1800" kern="1200" dirty="0" smtClean="0"/>
            <a:t> For secure online communication, cryptography is crucial. It offers secure mechanisms for transmitting private information like passwords, bank account numbers, and other sensitive data over the Internet.</a:t>
          </a:r>
          <a:endParaRPr lang="en-US" sz="1800" kern="1200" dirty="0"/>
        </a:p>
      </dsp:txBody>
      <dsp:txXfrm>
        <a:off x="47805" y="2293318"/>
        <a:ext cx="8316870" cy="883680"/>
      </dsp:txXfrm>
    </dsp:sp>
    <dsp:sp modelId="{EFDE1120-4D4F-43B6-BFB9-D2B5855A1925}">
      <dsp:nvSpPr>
        <dsp:cNvPr id="0" name=""/>
        <dsp:cNvSpPr/>
      </dsp:nvSpPr>
      <dsp:spPr>
        <a:xfrm>
          <a:off x="0" y="3276643"/>
          <a:ext cx="8412480" cy="979290"/>
        </a:xfrm>
        <a:prstGeom prst="roundRect">
          <a:avLst/>
        </a:prstGeom>
        <a:gradFill rotWithShape="1">
          <a:gsLst>
            <a:gs pos="0">
              <a:schemeClr val="accent3">
                <a:tint val="94000"/>
                <a:satMod val="105000"/>
                <a:lumMod val="102000"/>
              </a:schemeClr>
            </a:gs>
            <a:gs pos="100000">
              <a:schemeClr val="accent3">
                <a:shade val="74000"/>
                <a:satMod val="128000"/>
                <a:lumMod val="100000"/>
              </a:schemeClr>
            </a:gs>
          </a:gsLst>
          <a:lin ang="5400000" scaled="0"/>
        </a:gradFill>
        <a:ln>
          <a:noFill/>
        </a:ln>
        <a:effectLst>
          <a:outerShdw blurRad="57150" dist="19050" dir="5400000" algn="ctr" rotWithShape="0">
            <a:srgbClr val="000000">
              <a:alpha val="63000"/>
            </a:srgbClr>
          </a:outerShdw>
        </a:effectLst>
        <a:sp3d/>
      </dsp:spPr>
      <dsp:style>
        <a:lnRef idx="0">
          <a:schemeClr val="accent3"/>
        </a:lnRef>
        <a:fillRef idx="3">
          <a:schemeClr val="accent3"/>
        </a:fillRef>
        <a:effectRef idx="3">
          <a:schemeClr val="accent3"/>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chemeClr val="bg2">
                  <a:lumMod val="75000"/>
                </a:schemeClr>
              </a:solidFill>
              <a:latin typeface="Arial Black" panose="020B0A04020102020204" pitchFamily="34" charset="0"/>
            </a:rPr>
            <a:t>Protection against attacks</a:t>
          </a:r>
          <a:r>
            <a:rPr lang="en-US" sz="1800" b="1" kern="1200" dirty="0" smtClean="0">
              <a:latin typeface="Arial Black" panose="020B0A04020102020204" pitchFamily="34" charset="0"/>
            </a:rPr>
            <a:t>:</a:t>
          </a:r>
          <a:r>
            <a:rPr lang="en-US" sz="1800" kern="1200" dirty="0" smtClean="0">
              <a:latin typeface="Arial Black" panose="020B0A04020102020204" pitchFamily="34" charset="0"/>
            </a:rPr>
            <a:t> </a:t>
          </a:r>
          <a:r>
            <a:rPr lang="en-US" sz="1800" kern="1200" dirty="0" smtClean="0"/>
            <a:t>Cryptography aids in the defense against various types of assaults, including replay and </a:t>
          </a:r>
          <a:r>
            <a:rPr lang="en-US" sz="1800" u="sng" kern="1200" dirty="0" smtClean="0">
              <a:hlinkClick xmlns:r="http://schemas.openxmlformats.org/officeDocument/2006/relationships" r:id="rId1"/>
            </a:rPr>
            <a:t>man-in-the-middle attacks</a:t>
          </a:r>
          <a:r>
            <a:rPr lang="en-US" sz="1800" kern="1200" dirty="0" smtClean="0"/>
            <a:t>. It offers strategies for spotting and stopping these assaults.</a:t>
          </a:r>
          <a:endParaRPr lang="en-US" sz="1800" kern="1200" dirty="0"/>
        </a:p>
      </dsp:txBody>
      <dsp:txXfrm>
        <a:off x="47805" y="3324448"/>
        <a:ext cx="8316870" cy="883680"/>
      </dsp:txXfrm>
    </dsp:sp>
    <dsp:sp modelId="{F6B1266B-A8DA-4A4E-8BF8-A9D079F761E0}">
      <dsp:nvSpPr>
        <dsp:cNvPr id="0" name=""/>
        <dsp:cNvSpPr/>
      </dsp:nvSpPr>
      <dsp:spPr>
        <a:xfrm>
          <a:off x="0" y="4307773"/>
          <a:ext cx="8412480" cy="979290"/>
        </a:xfrm>
        <a:prstGeom prst="roundRect">
          <a:avLst/>
        </a:prstGeom>
        <a:gradFill rotWithShape="1">
          <a:gsLst>
            <a:gs pos="0">
              <a:schemeClr val="accent5">
                <a:tint val="94000"/>
                <a:satMod val="105000"/>
                <a:lumMod val="102000"/>
              </a:schemeClr>
            </a:gs>
            <a:gs pos="100000">
              <a:schemeClr val="accent5">
                <a:shade val="74000"/>
                <a:satMod val="128000"/>
                <a:lumMod val="100000"/>
              </a:schemeClr>
            </a:gs>
          </a:gsLst>
          <a:lin ang="5400000" scaled="0"/>
        </a:gradFill>
        <a:ln>
          <a:noFill/>
        </a:ln>
        <a:effectLst>
          <a:outerShdw blurRad="57150" dist="19050" dir="5400000" algn="ctr" rotWithShape="0">
            <a:srgbClr val="000000">
              <a:alpha val="63000"/>
            </a:srgbClr>
          </a:outerShdw>
        </a:effectLst>
        <a:sp3d/>
      </dsp:spPr>
      <dsp:style>
        <a:lnRef idx="0">
          <a:schemeClr val="accent5"/>
        </a:lnRef>
        <a:fillRef idx="3">
          <a:schemeClr val="accent5"/>
        </a:fillRef>
        <a:effectRef idx="3">
          <a:schemeClr val="accent5"/>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solidFill>
                <a:srgbClr val="FFC000"/>
              </a:solidFill>
              <a:latin typeface="Arial Black" panose="020B0A04020102020204" pitchFamily="34" charset="0"/>
            </a:rPr>
            <a:t>Compliance with legal requirements</a:t>
          </a:r>
          <a:r>
            <a:rPr lang="en-US" sz="1800" b="1" kern="1200" dirty="0" smtClean="0"/>
            <a:t>: </a:t>
          </a:r>
          <a:r>
            <a:rPr lang="en-US" sz="1800" kern="1200" dirty="0" smtClean="0"/>
            <a:t>Cryptography can assist firms in meeting a variety of legal requirements, including data protection and privacy legislation.</a:t>
          </a:r>
          <a:endParaRPr lang="en-US" sz="1800" kern="1200" dirty="0"/>
        </a:p>
      </dsp:txBody>
      <dsp:txXfrm>
        <a:off x="47805" y="4355578"/>
        <a:ext cx="8316870" cy="8836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EB7BC-E7B7-4575-9112-6E1F8FFB069E}" type="datetimeFigureOut">
              <a:rPr lang="en-US" smtClean="0"/>
              <a:t>23-Oct-25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D563E5-3F3B-4F78-9C71-DC2608869805}" type="slidenum">
              <a:rPr lang="en-US" smtClean="0"/>
              <a:t>‹#›</a:t>
            </a:fld>
            <a:endParaRPr lang="en-US" dirty="0"/>
          </a:p>
        </p:txBody>
      </p:sp>
    </p:spTree>
    <p:extLst>
      <p:ext uri="{BB962C8B-B14F-4D97-AF65-F5344CB8AC3E}">
        <p14:creationId xmlns:p14="http://schemas.microsoft.com/office/powerpoint/2010/main" val="3303684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44793A9-7C6C-4D08-92F6-F1F92C238736}" type="datetime1">
              <a:rPr lang="en-US" smtClean="0"/>
              <a:t>23-Oct-25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8099223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E782438-B4B8-4A3B-81C9-F825F3AAC376}" type="datetime1">
              <a:rPr lang="en-US" smtClean="0"/>
              <a:t>23-Oct-25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33287282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0E4997B-1FE4-47A8-9028-DEF54467F1A4}" type="datetime1">
              <a:rPr lang="en-US" smtClean="0"/>
              <a:t>23-Oct-25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344904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D33E2A4-FC2B-4C62-99D1-22A122804089}" type="datetime1">
              <a:rPr lang="en-US" smtClean="0"/>
              <a:t>23-Oct-25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6560309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B178FDE-D23B-4B1F-9C84-7727D2CE25D7}" type="datetime1">
              <a:rPr lang="en-US" smtClean="0"/>
              <a:t>23-Oct-25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2662415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B1E6DC1-AD37-4838-9FEB-59E5E9793810}" type="datetime1">
              <a:rPr lang="en-US" smtClean="0"/>
              <a:t>23-Oct-25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4629195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4326B5-3923-4825-B39D-26824402D2D6}" type="datetime1">
              <a:rPr lang="en-US" smtClean="0"/>
              <a:t>23-Oct-25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17181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F77A073-F441-4A2C-AEED-DA5AB371EE5F}" type="datetime1">
              <a:rPr lang="en-US" smtClean="0"/>
              <a:t>23-Oct-25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3853661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59920AA-4634-43CD-9C1A-EA35C3EB9627}" type="datetime1">
              <a:rPr lang="en-US" smtClean="0"/>
              <a:t>23-Oct-25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6180982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D330AF-CDB6-4B06-9433-B8653C157AA0}" type="datetime1">
              <a:rPr lang="en-US" smtClean="0"/>
              <a:t>23-Oct-25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9869957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D330AF-CDB6-4B06-9433-B8653C157AA0}" type="datetime1">
              <a:rPr lang="en-US" smtClean="0"/>
              <a:t>23-Oct-25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1135085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D330AF-CDB6-4B06-9433-B8653C157AA0}" type="datetime1">
              <a:rPr lang="en-US" smtClean="0"/>
              <a:t>23-Oct-25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646548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5D330AF-CDB6-4B06-9433-B8653C157AA0}" type="datetime1">
              <a:rPr lang="en-US" smtClean="0"/>
              <a:t>23-Oct-25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229203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A5D330AF-CDB6-4B06-9433-B8653C157AA0}" type="datetime1">
              <a:rPr lang="en-US" smtClean="0"/>
              <a:t>23-Oct-25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4359626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A5D330AF-CDB6-4B06-9433-B8653C157AA0}" type="datetime1">
              <a:rPr lang="en-US" smtClean="0"/>
              <a:t>23-Oct-25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5592319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272F62-41D9-41B4-A742-F07D327A573D}" type="datetime1">
              <a:rPr lang="en-US" smtClean="0"/>
              <a:t>23-Oct-25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dirty="0"/>
          </a:p>
        </p:txBody>
      </p:sp>
    </p:spTree>
    <p:extLst>
      <p:ext uri="{BB962C8B-B14F-4D97-AF65-F5344CB8AC3E}">
        <p14:creationId xmlns:p14="http://schemas.microsoft.com/office/powerpoint/2010/main" val="19940362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F911B4-2B8A-4B9C-8112-6F5C986D46F7}" type="datetime1">
              <a:rPr lang="en-US" smtClean="0"/>
              <a:t>23-Oct-25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4957575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5D330AF-CDB6-4B06-9433-B8653C157AA0}" type="datetime1">
              <a:rPr lang="en-US" smtClean="0"/>
              <a:t>23-Oct-25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540857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image" Target="../media/image8.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AC2A1-33AB-498F-9481-456EE428A8BA}"/>
              </a:ext>
            </a:extLst>
          </p:cNvPr>
          <p:cNvSpPr>
            <a:spLocks noGrp="1"/>
          </p:cNvSpPr>
          <p:nvPr>
            <p:ph type="ctrTitle"/>
          </p:nvPr>
        </p:nvSpPr>
        <p:spPr>
          <a:xfrm>
            <a:off x="1483360" y="1483145"/>
            <a:ext cx="10099039" cy="1829015"/>
          </a:xfrm>
        </p:spPr>
        <p:txBody>
          <a:bodyPr anchor="ctr">
            <a:normAutofit/>
          </a:bodyPr>
          <a:lstStyle/>
          <a:p>
            <a:pPr algn="ctr"/>
            <a:r>
              <a:rPr lang="en-US" sz="4400" b="1" dirty="0">
                <a:solidFill>
                  <a:schemeClr val="tx1">
                    <a:lumMod val="95000"/>
                    <a:lumOff val="5000"/>
                  </a:schemeClr>
                </a:solidFill>
                <a:effectLst>
                  <a:outerShdw blurRad="38100" dist="38100" dir="2700000" algn="tl">
                    <a:srgbClr val="000000">
                      <a:alpha val="43137"/>
                    </a:srgbClr>
                  </a:outerShdw>
                </a:effectLst>
                <a:latin typeface="Algerian" panose="04020705040A02060702" pitchFamily="82" charset="0"/>
              </a:rPr>
              <a:t>Basic concepts of Cryptography.</a:t>
            </a:r>
          </a:p>
        </p:txBody>
      </p:sp>
      <p:sp>
        <p:nvSpPr>
          <p:cNvPr id="3" name="Subtitle 2">
            <a:extLst>
              <a:ext uri="{FF2B5EF4-FFF2-40B4-BE49-F238E27FC236}">
                <a16:creationId xmlns:a16="http://schemas.microsoft.com/office/drawing/2014/main" id="{244B152B-31E5-418B-BA48-A3361253FE01}"/>
              </a:ext>
            </a:extLst>
          </p:cNvPr>
          <p:cNvSpPr>
            <a:spLocks noGrp="1"/>
          </p:cNvSpPr>
          <p:nvPr>
            <p:ph type="subTitle" idx="1"/>
          </p:nvPr>
        </p:nvSpPr>
        <p:spPr>
          <a:xfrm>
            <a:off x="3162301" y="4176130"/>
            <a:ext cx="5860821" cy="926103"/>
          </a:xfrm>
        </p:spPr>
        <p:txBody>
          <a:bodyPr>
            <a:normAutofit/>
          </a:bodyPr>
          <a:lstStyle/>
          <a:p>
            <a:pPr algn="ctr"/>
            <a:endParaRPr lang="en-US" dirty="0">
              <a:solidFill>
                <a:schemeClr val="tx2">
                  <a:lumMod val="75000"/>
                  <a:lumOff val="25000"/>
                </a:schemeClr>
              </a:solidFill>
            </a:endParaRPr>
          </a:p>
        </p:txBody>
      </p:sp>
      <p:pic>
        <p:nvPicPr>
          <p:cNvPr id="13" name="Picture 12"/>
          <p:cNvPicPr>
            <a:picLocks noChangeAspect="1"/>
          </p:cNvPicPr>
          <p:nvPr/>
        </p:nvPicPr>
        <p:blipFill>
          <a:blip r:embed="rId2"/>
          <a:stretch>
            <a:fillRect/>
          </a:stretch>
        </p:blipFill>
        <p:spPr>
          <a:xfrm>
            <a:off x="3162301" y="3312160"/>
            <a:ext cx="5860821" cy="2862746"/>
          </a:xfrm>
          <a:prstGeom prst="rect">
            <a:avLst/>
          </a:prstGeom>
        </p:spPr>
      </p:pic>
    </p:spTree>
    <p:extLst>
      <p:ext uri="{BB962C8B-B14F-4D97-AF65-F5344CB8AC3E}">
        <p14:creationId xmlns:p14="http://schemas.microsoft.com/office/powerpoint/2010/main" val="10743605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2471992885"/>
              </p:ext>
            </p:extLst>
          </p:nvPr>
        </p:nvGraphicFramePr>
        <p:xfrm>
          <a:off x="1357926" y="203200"/>
          <a:ext cx="9486309" cy="7529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5"/>
          <p:cNvGraphicFramePr>
            <a:graphicFrameLocks noGrp="1"/>
          </p:cNvGraphicFramePr>
          <p:nvPr>
            <p:ph idx="1"/>
            <p:extLst>
              <p:ext uri="{D42A27DB-BD31-4B8C-83A1-F6EECF244321}">
                <p14:modId xmlns:p14="http://schemas.microsoft.com/office/powerpoint/2010/main" val="3829089738"/>
              </p:ext>
            </p:extLst>
          </p:nvPr>
        </p:nvGraphicFramePr>
        <p:xfrm>
          <a:off x="726440" y="1895891"/>
          <a:ext cx="10749280" cy="28143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7384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1801053952"/>
              </p:ext>
            </p:extLst>
          </p:nvPr>
        </p:nvGraphicFramePr>
        <p:xfrm>
          <a:off x="948373" y="140998"/>
          <a:ext cx="9905998" cy="9969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Content Placeholder 3"/>
          <p:cNvGraphicFramePr>
            <a:graphicFrameLocks noGrp="1"/>
          </p:cNvGraphicFramePr>
          <p:nvPr>
            <p:ph idx="1"/>
            <p:extLst>
              <p:ext uri="{D42A27DB-BD31-4B8C-83A1-F6EECF244321}">
                <p14:modId xmlns:p14="http://schemas.microsoft.com/office/powerpoint/2010/main" val="3413066933"/>
              </p:ext>
            </p:extLst>
          </p:nvPr>
        </p:nvGraphicFramePr>
        <p:xfrm>
          <a:off x="1141412" y="1375727"/>
          <a:ext cx="9905999" cy="429355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123509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4112707957"/>
              </p:ext>
            </p:extLst>
          </p:nvPr>
        </p:nvGraphicFramePr>
        <p:xfrm>
          <a:off x="1141413" y="618518"/>
          <a:ext cx="9905998" cy="1478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p:cNvGraphicFramePr>
            <a:graphicFrameLocks noGrp="1"/>
          </p:cNvGraphicFramePr>
          <p:nvPr>
            <p:ph idx="1"/>
            <p:extLst>
              <p:ext uri="{D42A27DB-BD31-4B8C-83A1-F6EECF244321}">
                <p14:modId xmlns:p14="http://schemas.microsoft.com/office/powerpoint/2010/main" val="722288786"/>
              </p:ext>
            </p:extLst>
          </p:nvPr>
        </p:nvGraphicFramePr>
        <p:xfrm>
          <a:off x="999172" y="2269807"/>
          <a:ext cx="10420668" cy="35417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0400398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240686461"/>
              </p:ext>
            </p:extLst>
          </p:nvPr>
        </p:nvGraphicFramePr>
        <p:xfrm>
          <a:off x="1253173" y="212118"/>
          <a:ext cx="9905998" cy="1478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5"/>
          <p:cNvGraphicFramePr>
            <a:graphicFrameLocks noGrp="1"/>
          </p:cNvGraphicFramePr>
          <p:nvPr>
            <p:ph idx="1"/>
            <p:extLst>
              <p:ext uri="{D42A27DB-BD31-4B8C-83A1-F6EECF244321}">
                <p14:modId xmlns:p14="http://schemas.microsoft.com/office/powerpoint/2010/main" val="3235014625"/>
              </p:ext>
            </p:extLst>
          </p:nvPr>
        </p:nvGraphicFramePr>
        <p:xfrm>
          <a:off x="958532" y="1517967"/>
          <a:ext cx="9905999" cy="35417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074" name="Picture 2" descr="Cryptography Definition"/>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3039" y="3714115"/>
            <a:ext cx="5461635" cy="2290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2640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1363145830"/>
              </p:ext>
            </p:extLst>
          </p:nvPr>
        </p:nvGraphicFramePr>
        <p:xfrm>
          <a:off x="1141413" y="618518"/>
          <a:ext cx="9905998" cy="1478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4"/>
          <p:cNvGraphicFramePr>
            <a:graphicFrameLocks noGrp="1"/>
          </p:cNvGraphicFramePr>
          <p:nvPr>
            <p:ph idx="1"/>
            <p:extLst>
              <p:ext uri="{D42A27DB-BD31-4B8C-83A1-F6EECF244321}">
                <p14:modId xmlns:p14="http://schemas.microsoft.com/office/powerpoint/2010/main" val="2288373319"/>
              </p:ext>
            </p:extLst>
          </p:nvPr>
        </p:nvGraphicFramePr>
        <p:xfrm>
          <a:off x="1141412" y="2249487"/>
          <a:ext cx="9905999" cy="35417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36363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484008355"/>
              </p:ext>
            </p:extLst>
          </p:nvPr>
        </p:nvGraphicFramePr>
        <p:xfrm>
          <a:off x="2021840" y="534244"/>
          <a:ext cx="8412480" cy="54703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08783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51593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728C3E1-D10B-4426-B05E-8E1CAFF03C24}">
  <ds:schemaRefs>
    <ds:schemaRef ds:uri="http://schemas.microsoft.com/sharepoint/v3/contenttype/forms"/>
  </ds:schemaRefs>
</ds:datastoreItem>
</file>

<file path=customXml/itemProps2.xml><?xml version="1.0" encoding="utf-8"?>
<ds:datastoreItem xmlns:ds="http://schemas.openxmlformats.org/officeDocument/2006/customXml" ds:itemID="{47B8899B-5794-42FB-9137-8220A73767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9290C9-6505-4B77-B628-A44276CB9D85}">
  <ds:schemaRefs>
    <ds:schemaRef ds:uri="http://purl.org/dc/terms/"/>
    <ds:schemaRef ds:uri="http://schemas.microsoft.com/office/2006/metadata/properties"/>
    <ds:schemaRef ds:uri="http://purl.org/dc/elements/1.1/"/>
    <ds:schemaRef ds:uri="71af3243-3dd4-4a8d-8c0d-dd76da1f02a5"/>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16c05727-aa75-4e4a-9b5f-8a80a1165891"/>
  </ds:schemaRefs>
</ds:datastoreItem>
</file>

<file path=docProps/app.xml><?xml version="1.0" encoding="utf-8"?>
<Properties xmlns="http://schemas.openxmlformats.org/officeDocument/2006/extended-properties" xmlns:vt="http://schemas.openxmlformats.org/officeDocument/2006/docPropsVTypes">
  <Template>TM04033919[[fn=Circuit]]</Template>
  <TotalTime>0</TotalTime>
  <Words>118</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Algerian</vt:lpstr>
      <vt:lpstr>Arial</vt:lpstr>
      <vt:lpstr>Arial Black</vt:lpstr>
      <vt:lpstr>Calibri</vt:lpstr>
      <vt:lpstr>Trebuchet MS</vt:lpstr>
      <vt:lpstr>Tw Cen MT</vt:lpstr>
      <vt:lpstr>Circuit</vt:lpstr>
      <vt:lpstr>Basic concepts of Cryptography.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2024-09-23T16:36:31Z</dcterms:created>
  <dcterms:modified xsi:type="dcterms:W3CDTF">2025-10-23T10:58:35Z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